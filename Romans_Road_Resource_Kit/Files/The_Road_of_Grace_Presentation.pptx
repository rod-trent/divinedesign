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05AF31-A227-4C17-96D2-7F2C35C630BC}" v="1" dt="2025-11-11T13:31:23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242" autoAdjust="0"/>
  </p:normalViewPr>
  <p:slideViewPr>
    <p:cSldViewPr snapToGrid="0" snapToObjects="1">
      <p:cViewPr varScale="1">
        <p:scale>
          <a:sx n="67" d="100"/>
          <a:sy n="67" d="100"/>
        </p:scale>
        <p:origin x="28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 Trent" userId="ae9763478e3f9f4c" providerId="LiveId" clId="{1A93B2F6-7DF8-4A32-B259-58BFFAEA055C}"/>
    <pc:docChg chg="custSel modSld">
      <pc:chgData name="Rod Trent" userId="ae9763478e3f9f4c" providerId="LiveId" clId="{1A93B2F6-7DF8-4A32-B259-58BFFAEA055C}" dt="2025-11-11T13:26:02.446" v="25" actId="26606"/>
      <pc:docMkLst>
        <pc:docMk/>
      </pc:docMkLst>
      <pc:sldChg chg="addSp delSp modSp mod setBg">
        <pc:chgData name="Rod Trent" userId="ae9763478e3f9f4c" providerId="LiveId" clId="{1A93B2F6-7DF8-4A32-B259-58BFFAEA055C}" dt="2025-11-11T13:26:02.446" v="25" actId="26606"/>
        <pc:sldMkLst>
          <pc:docMk/>
          <pc:sldMk cId="0" sldId="256"/>
        </pc:sldMkLst>
        <pc:spChg chg="mod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10" creationId="{A3363022-C969-41E9-8EB2-E4C94908C1FA}"/>
          </ac:spMkLst>
        </pc:spChg>
        <pc:spChg chg="add del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12" creationId="{8D1AD6B3-BE88-4CEB-BA17-790657CC4729}"/>
          </ac:spMkLst>
        </pc:spChg>
        <pc:spChg chg="add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22" creationId="{8555C5B3-193A-4749-9AFD-682E53CDDE8F}"/>
          </ac:spMkLst>
        </pc:spChg>
        <pc:spChg chg="add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24" creationId="{2EAE06A6-F76A-41C9-827A-C561B004485C}"/>
          </ac:spMkLst>
        </pc:spChg>
        <pc:spChg chg="add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26" creationId="{89F9D4E8-0639-444B-949B-9518585061AF}"/>
          </ac:spMkLst>
        </pc:spChg>
        <pc:spChg chg="add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28" creationId="{7E3DA7A2-ED70-4BBA-AB72-00AD461FA405}"/>
          </ac:spMkLst>
        </pc:spChg>
        <pc:spChg chg="add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30" creationId="{FC485432-3647-4218-B5D3-15D3FA222B13}"/>
          </ac:spMkLst>
        </pc:spChg>
        <pc:spChg chg="add">
          <ac:chgData name="Rod Trent" userId="ae9763478e3f9f4c" providerId="LiveId" clId="{1A93B2F6-7DF8-4A32-B259-58BFFAEA055C}" dt="2025-11-11T13:26:02.446" v="25" actId="26606"/>
          <ac:spMkLst>
            <pc:docMk/>
            <pc:sldMk cId="0" sldId="256"/>
            <ac:spMk id="32" creationId="{F4AFDDCA-6ABA-4D23-8A5C-1BF0F4308148}"/>
          </ac:spMkLst>
        </pc:spChg>
        <pc:grpChg chg="add">
          <ac:chgData name="Rod Trent" userId="ae9763478e3f9f4c" providerId="LiveId" clId="{1A93B2F6-7DF8-4A32-B259-58BFFAEA055C}" dt="2025-11-11T13:21:08.291" v="0" actId="26606"/>
          <ac:grpSpMkLst>
            <pc:docMk/>
            <pc:sldMk cId="0" sldId="256"/>
            <ac:grpSpMk id="14" creationId="{89D1390B-7E13-4B4F-9CB2-391063412E54}"/>
          </ac:grpSpMkLst>
        </pc:grpChg>
        <pc:picChg chg="add">
          <ac:chgData name="Rod Trent" userId="ae9763478e3f9f4c" providerId="LiveId" clId="{1A93B2F6-7DF8-4A32-B259-58BFFAEA055C}" dt="2025-11-11T13:21:08.291" v="0" actId="26606"/>
          <ac:picMkLst>
            <pc:docMk/>
            <pc:sldMk cId="0" sldId="256"/>
            <ac:picMk id="7" creationId="{071F1C2B-A2AD-0CE6-F13F-EED5C4155590}"/>
          </ac:picMkLst>
        </pc:picChg>
      </pc:sldChg>
      <pc:sldChg chg="addSp delSp modSp mod setBg">
        <pc:chgData name="Rod Trent" userId="ae9763478e3f9f4c" providerId="LiveId" clId="{1A93B2F6-7DF8-4A32-B259-58BFFAEA055C}" dt="2025-11-11T13:24:14.267" v="12" actId="26606"/>
        <pc:sldMkLst>
          <pc:docMk/>
          <pc:sldMk cId="0" sldId="257"/>
        </pc:sldMkLst>
        <pc:spChg chg="mod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Rod Trent" userId="ae9763478e3f9f4c" providerId="LiveId" clId="{1A93B2F6-7DF8-4A32-B259-58BFFAEA055C}" dt="2025-11-11T13:21:17.122" v="1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9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11" creationId="{256B2C21-A230-48C0-8DF1-C46611373C44}"/>
          </ac:spMkLst>
        </pc:spChg>
        <pc:spChg chg="add del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13" creationId="{3847E18C-932D-4C95-AABA-FEC7C9499AD7}"/>
          </ac:spMkLst>
        </pc:spChg>
        <pc:spChg chg="add del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15" creationId="{3150CB11-0C61-439E-910F-5787759E72A0}"/>
          </ac:spMkLst>
        </pc:spChg>
        <pc:spChg chg="add del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17" creationId="{43F8A58B-5155-44CE-A5FF-7647B47D0A7A}"/>
          </ac:spMkLst>
        </pc:spChg>
        <pc:spChg chg="add del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19" creationId="{443F2ACA-E6D6-4028-82DD-F03C262D5DE6}"/>
          </ac:spMkLst>
        </pc:spChg>
        <pc:spChg chg="add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24" creationId="{BACC6370-2D7E-4714-9D71-7542949D7D5D}"/>
          </ac:spMkLst>
        </pc:spChg>
        <pc:spChg chg="add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26" creationId="{F68B3F68-107C-434F-AA38-110D5EA91B85}"/>
          </ac:spMkLst>
        </pc:spChg>
        <pc:spChg chg="add">
          <ac:chgData name="Rod Trent" userId="ae9763478e3f9f4c" providerId="LiveId" clId="{1A93B2F6-7DF8-4A32-B259-58BFFAEA055C}" dt="2025-11-11T13:24:14.267" v="12" actId="26606"/>
          <ac:spMkLst>
            <pc:docMk/>
            <pc:sldMk cId="0" sldId="257"/>
            <ac:spMk id="30" creationId="{063BBA22-50EA-4C4D-BE05-F1CE4E63AA56}"/>
          </ac:spMkLst>
        </pc:spChg>
        <pc:graphicFrameChg chg="add">
          <ac:chgData name="Rod Trent" userId="ae9763478e3f9f4c" providerId="LiveId" clId="{1A93B2F6-7DF8-4A32-B259-58BFFAEA055C}" dt="2025-11-11T13:21:17.122" v="1" actId="26606"/>
          <ac:graphicFrameMkLst>
            <pc:docMk/>
            <pc:sldMk cId="0" sldId="257"/>
            <ac:graphicFrameMk id="5" creationId="{F3F9D3EC-9A1E-C0AC-6918-E3AC59BD7DAB}"/>
          </ac:graphicFrameMkLst>
        </pc:graphicFrameChg>
      </pc:sldChg>
      <pc:sldChg chg="addSp delSp modSp mod setBg">
        <pc:chgData name="Rod Trent" userId="ae9763478e3f9f4c" providerId="LiveId" clId="{1A93B2F6-7DF8-4A32-B259-58BFFAEA055C}" dt="2025-11-11T13:24:19.368" v="13" actId="26606"/>
        <pc:sldMkLst>
          <pc:docMk/>
          <pc:sldMk cId="0" sldId="258"/>
        </pc:sldMkLst>
        <pc:spChg chg="mod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Rod Trent" userId="ae9763478e3f9f4c" providerId="LiveId" clId="{1A93B2F6-7DF8-4A32-B259-58BFFAEA055C}" dt="2025-11-11T13:21:23.882" v="2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1:58.154" v="6" actId="26606"/>
          <ac:spMkLst>
            <pc:docMk/>
            <pc:sldMk cId="0" sldId="258"/>
            <ac:spMk id="9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1:58.154" v="6" actId="26606"/>
          <ac:spMkLst>
            <pc:docMk/>
            <pc:sldMk cId="0" sldId="258"/>
            <ac:spMk id="11" creationId="{F68B3F68-107C-434F-AA38-110D5EA91B85}"/>
          </ac:spMkLst>
        </pc:spChg>
        <pc:spChg chg="add del">
          <ac:chgData name="Rod Trent" userId="ae9763478e3f9f4c" providerId="LiveId" clId="{1A93B2F6-7DF8-4A32-B259-58BFFAEA055C}" dt="2025-11-11T13:21:58.154" v="6" actId="26606"/>
          <ac:spMkLst>
            <pc:docMk/>
            <pc:sldMk cId="0" sldId="258"/>
            <ac:spMk id="13" creationId="{AAD0DBB9-1A4B-4391-81D4-CB19F9AB918A}"/>
          </ac:spMkLst>
        </pc:spChg>
        <pc:spChg chg="add del">
          <ac:chgData name="Rod Trent" userId="ae9763478e3f9f4c" providerId="LiveId" clId="{1A93B2F6-7DF8-4A32-B259-58BFFAEA055C}" dt="2025-11-11T13:21:58.154" v="6" actId="26606"/>
          <ac:spMkLst>
            <pc:docMk/>
            <pc:sldMk cId="0" sldId="258"/>
            <ac:spMk id="15" creationId="{063BBA22-50EA-4C4D-BE05-F1CE4E63AA56}"/>
          </ac:spMkLst>
        </pc:spChg>
        <pc:spChg chg="add">
          <ac:chgData name="Rod Trent" userId="ae9763478e3f9f4c" providerId="LiveId" clId="{1A93B2F6-7DF8-4A32-B259-58BFFAEA055C}" dt="2025-11-11T13:21:58.154" v="6" actId="26606"/>
          <ac:spMkLst>
            <pc:docMk/>
            <pc:sldMk cId="0" sldId="258"/>
            <ac:spMk id="20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22" creationId="{256B2C21-A230-48C0-8DF1-C46611373C44}"/>
          </ac:spMkLst>
        </pc:spChg>
        <pc:spChg chg="add del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24" creationId="{3847E18C-932D-4C95-AABA-FEC7C9499AD7}"/>
          </ac:spMkLst>
        </pc:spChg>
        <pc:spChg chg="add del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26" creationId="{3150CB11-0C61-439E-910F-5787759E72A0}"/>
          </ac:spMkLst>
        </pc:spChg>
        <pc:spChg chg="add del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28" creationId="{43F8A58B-5155-44CE-A5FF-7647B47D0A7A}"/>
          </ac:spMkLst>
        </pc:spChg>
        <pc:spChg chg="add del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30" creationId="{443F2ACA-E6D6-4028-82DD-F03C262D5DE6}"/>
          </ac:spMkLst>
        </pc:spChg>
        <pc:spChg chg="add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35" creationId="{BACC6370-2D7E-4714-9D71-7542949D7D5D}"/>
          </ac:spMkLst>
        </pc:spChg>
        <pc:spChg chg="add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37" creationId="{F68B3F68-107C-434F-AA38-110D5EA91B85}"/>
          </ac:spMkLst>
        </pc:spChg>
        <pc:spChg chg="add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39" creationId="{AAD0DBB9-1A4B-4391-81D4-CB19F9AB918A}"/>
          </ac:spMkLst>
        </pc:spChg>
        <pc:spChg chg="add">
          <ac:chgData name="Rod Trent" userId="ae9763478e3f9f4c" providerId="LiveId" clId="{1A93B2F6-7DF8-4A32-B259-58BFFAEA055C}" dt="2025-11-11T13:24:19.368" v="13" actId="26606"/>
          <ac:spMkLst>
            <pc:docMk/>
            <pc:sldMk cId="0" sldId="258"/>
            <ac:spMk id="41" creationId="{063BBA22-50EA-4C4D-BE05-F1CE4E63AA56}"/>
          </ac:spMkLst>
        </pc:spChg>
        <pc:graphicFrameChg chg="add">
          <ac:chgData name="Rod Trent" userId="ae9763478e3f9f4c" providerId="LiveId" clId="{1A93B2F6-7DF8-4A32-B259-58BFFAEA055C}" dt="2025-11-11T13:21:23.882" v="2" actId="26606"/>
          <ac:graphicFrameMkLst>
            <pc:docMk/>
            <pc:sldMk cId="0" sldId="258"/>
            <ac:graphicFrameMk id="5" creationId="{61A495ED-C2AF-DA34-7CB5-15905FCC868B}"/>
          </ac:graphicFrameMkLst>
        </pc:graphicFrameChg>
      </pc:sldChg>
      <pc:sldChg chg="addSp delSp modSp mod setBg">
        <pc:chgData name="Rod Trent" userId="ae9763478e3f9f4c" providerId="LiveId" clId="{1A93B2F6-7DF8-4A32-B259-58BFFAEA055C}" dt="2025-11-11T13:24:23.335" v="14" actId="26606"/>
        <pc:sldMkLst>
          <pc:docMk/>
          <pc:sldMk cId="0" sldId="259"/>
        </pc:sldMkLst>
        <pc:spChg chg="mod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Rod Trent" userId="ae9763478e3f9f4c" providerId="LiveId" clId="{1A93B2F6-7DF8-4A32-B259-58BFFAEA055C}" dt="2025-11-11T13:21:37.473" v="3" actId="2660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9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11" creationId="{256B2C21-A230-48C0-8DF1-C46611373C44}"/>
          </ac:spMkLst>
        </pc:spChg>
        <pc:spChg chg="add del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13" creationId="{3847E18C-932D-4C95-AABA-FEC7C9499AD7}"/>
          </ac:spMkLst>
        </pc:spChg>
        <pc:spChg chg="add del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15" creationId="{3150CB11-0C61-439E-910F-5787759E72A0}"/>
          </ac:spMkLst>
        </pc:spChg>
        <pc:spChg chg="add del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17" creationId="{43F8A58B-5155-44CE-A5FF-7647B47D0A7A}"/>
          </ac:spMkLst>
        </pc:spChg>
        <pc:spChg chg="add">
          <ac:chgData name="Rod Trent" userId="ae9763478e3f9f4c" providerId="LiveId" clId="{1A93B2F6-7DF8-4A32-B259-58BFFAEA055C}" dt="2025-11-11T13:21:37.473" v="3" actId="26606"/>
          <ac:spMkLst>
            <pc:docMk/>
            <pc:sldMk cId="0" sldId="259"/>
            <ac:spMk id="19" creationId="{443F2ACA-E6D6-4028-82DD-F03C262D5DE6}"/>
          </ac:spMkLst>
        </pc:spChg>
        <pc:spChg chg="add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24" creationId="{BACC6370-2D7E-4714-9D71-7542949D7D5D}"/>
          </ac:spMkLst>
        </pc:spChg>
        <pc:spChg chg="add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26" creationId="{F68B3F68-107C-434F-AA38-110D5EA91B85}"/>
          </ac:spMkLst>
        </pc:spChg>
        <pc:spChg chg="add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28" creationId="{AAD0DBB9-1A4B-4391-81D4-CB19F9AB918A}"/>
          </ac:spMkLst>
        </pc:spChg>
        <pc:spChg chg="add">
          <ac:chgData name="Rod Trent" userId="ae9763478e3f9f4c" providerId="LiveId" clId="{1A93B2F6-7DF8-4A32-B259-58BFFAEA055C}" dt="2025-11-11T13:24:23.335" v="14" actId="26606"/>
          <ac:spMkLst>
            <pc:docMk/>
            <pc:sldMk cId="0" sldId="259"/>
            <ac:spMk id="30" creationId="{063BBA22-50EA-4C4D-BE05-F1CE4E63AA56}"/>
          </ac:spMkLst>
        </pc:spChg>
        <pc:graphicFrameChg chg="add">
          <ac:chgData name="Rod Trent" userId="ae9763478e3f9f4c" providerId="LiveId" clId="{1A93B2F6-7DF8-4A32-B259-58BFFAEA055C}" dt="2025-11-11T13:21:37.473" v="3" actId="26606"/>
          <ac:graphicFrameMkLst>
            <pc:docMk/>
            <pc:sldMk cId="0" sldId="259"/>
            <ac:graphicFrameMk id="5" creationId="{F0EB3938-DE0F-4378-7942-5648275B81E4}"/>
          </ac:graphicFrameMkLst>
        </pc:graphicFrameChg>
      </pc:sldChg>
      <pc:sldChg chg="addSp delSp modSp mod setBg">
        <pc:chgData name="Rod Trent" userId="ae9763478e3f9f4c" providerId="LiveId" clId="{1A93B2F6-7DF8-4A32-B259-58BFFAEA055C}" dt="2025-11-11T13:24:27.115" v="15" actId="26606"/>
        <pc:sldMkLst>
          <pc:docMk/>
          <pc:sldMk cId="0" sldId="260"/>
        </pc:sldMkLst>
        <pc:spChg chg="mod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Rod Trent" userId="ae9763478e3f9f4c" providerId="LiveId" clId="{1A93B2F6-7DF8-4A32-B259-58BFFAEA055C}" dt="2025-11-11T13:21:48.604" v="4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9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11" creationId="{256B2C21-A230-48C0-8DF1-C46611373C44}"/>
          </ac:spMkLst>
        </pc:spChg>
        <pc:spChg chg="add del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13" creationId="{3847E18C-932D-4C95-AABA-FEC7C9499AD7}"/>
          </ac:spMkLst>
        </pc:spChg>
        <pc:spChg chg="add del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15" creationId="{3150CB11-0C61-439E-910F-5787759E72A0}"/>
          </ac:spMkLst>
        </pc:spChg>
        <pc:spChg chg="add">
          <ac:chgData name="Rod Trent" userId="ae9763478e3f9f4c" providerId="LiveId" clId="{1A93B2F6-7DF8-4A32-B259-58BFFAEA055C}" dt="2025-11-11T13:21:48.604" v="4" actId="26606"/>
          <ac:spMkLst>
            <pc:docMk/>
            <pc:sldMk cId="0" sldId="260"/>
            <ac:spMk id="17" creationId="{43F8A58B-5155-44CE-A5FF-7647B47D0A7A}"/>
          </ac:spMkLst>
        </pc:spChg>
        <pc:spChg chg="add del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19" creationId="{443F2ACA-E6D6-4028-82DD-F03C262D5DE6}"/>
          </ac:spMkLst>
        </pc:spChg>
        <pc:spChg chg="add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24" creationId="{BACC6370-2D7E-4714-9D71-7542949D7D5D}"/>
          </ac:spMkLst>
        </pc:spChg>
        <pc:spChg chg="add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26" creationId="{F68B3F68-107C-434F-AA38-110D5EA91B85}"/>
          </ac:spMkLst>
        </pc:spChg>
        <pc:spChg chg="add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28" creationId="{AAD0DBB9-1A4B-4391-81D4-CB19F9AB918A}"/>
          </ac:spMkLst>
        </pc:spChg>
        <pc:spChg chg="add">
          <ac:chgData name="Rod Trent" userId="ae9763478e3f9f4c" providerId="LiveId" clId="{1A93B2F6-7DF8-4A32-B259-58BFFAEA055C}" dt="2025-11-11T13:24:27.115" v="15" actId="26606"/>
          <ac:spMkLst>
            <pc:docMk/>
            <pc:sldMk cId="0" sldId="260"/>
            <ac:spMk id="30" creationId="{063BBA22-50EA-4C4D-BE05-F1CE4E63AA56}"/>
          </ac:spMkLst>
        </pc:spChg>
        <pc:graphicFrameChg chg="add">
          <ac:chgData name="Rod Trent" userId="ae9763478e3f9f4c" providerId="LiveId" clId="{1A93B2F6-7DF8-4A32-B259-58BFFAEA055C}" dt="2025-11-11T13:21:48.604" v="4" actId="26606"/>
          <ac:graphicFrameMkLst>
            <pc:docMk/>
            <pc:sldMk cId="0" sldId="260"/>
            <ac:graphicFrameMk id="5" creationId="{723F3A48-C783-B32F-9951-450E21C91DE0}"/>
          </ac:graphicFrameMkLst>
        </pc:graphicFrameChg>
      </pc:sldChg>
      <pc:sldChg chg="addSp delSp modSp mod setBg">
        <pc:chgData name="Rod Trent" userId="ae9763478e3f9f4c" providerId="LiveId" clId="{1A93B2F6-7DF8-4A32-B259-58BFFAEA055C}" dt="2025-11-11T13:24:30.687" v="16" actId="26606"/>
        <pc:sldMkLst>
          <pc:docMk/>
          <pc:sldMk cId="0" sldId="261"/>
        </pc:sldMkLst>
        <pc:spChg chg="mod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Rod Trent" userId="ae9763478e3f9f4c" providerId="LiveId" clId="{1A93B2F6-7DF8-4A32-B259-58BFFAEA055C}" dt="2025-11-11T13:21:53.723" v="5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9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11" creationId="{256B2C21-A230-48C0-8DF1-C46611373C44}"/>
          </ac:spMkLst>
        </pc:spChg>
        <pc:spChg chg="add del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13" creationId="{3847E18C-932D-4C95-AABA-FEC7C9499AD7}"/>
          </ac:spMkLst>
        </pc:spChg>
        <pc:spChg chg="add del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15" creationId="{3150CB11-0C61-439E-910F-5787759E72A0}"/>
          </ac:spMkLst>
        </pc:spChg>
        <pc:spChg chg="add del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17" creationId="{43F8A58B-5155-44CE-A5FF-7647B47D0A7A}"/>
          </ac:spMkLst>
        </pc:spChg>
        <pc:spChg chg="add">
          <ac:chgData name="Rod Trent" userId="ae9763478e3f9f4c" providerId="LiveId" clId="{1A93B2F6-7DF8-4A32-B259-58BFFAEA055C}" dt="2025-11-11T13:21:53.723" v="5" actId="26606"/>
          <ac:spMkLst>
            <pc:docMk/>
            <pc:sldMk cId="0" sldId="261"/>
            <ac:spMk id="19" creationId="{443F2ACA-E6D6-4028-82DD-F03C262D5DE6}"/>
          </ac:spMkLst>
        </pc:spChg>
        <pc:spChg chg="add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24" creationId="{BACC6370-2D7E-4714-9D71-7542949D7D5D}"/>
          </ac:spMkLst>
        </pc:spChg>
        <pc:spChg chg="add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26" creationId="{F68B3F68-107C-434F-AA38-110D5EA91B85}"/>
          </ac:spMkLst>
        </pc:spChg>
        <pc:spChg chg="add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28" creationId="{AAD0DBB9-1A4B-4391-81D4-CB19F9AB918A}"/>
          </ac:spMkLst>
        </pc:spChg>
        <pc:spChg chg="add">
          <ac:chgData name="Rod Trent" userId="ae9763478e3f9f4c" providerId="LiveId" clId="{1A93B2F6-7DF8-4A32-B259-58BFFAEA055C}" dt="2025-11-11T13:24:30.687" v="16" actId="26606"/>
          <ac:spMkLst>
            <pc:docMk/>
            <pc:sldMk cId="0" sldId="261"/>
            <ac:spMk id="30" creationId="{063BBA22-50EA-4C4D-BE05-F1CE4E63AA56}"/>
          </ac:spMkLst>
        </pc:spChg>
        <pc:graphicFrameChg chg="add">
          <ac:chgData name="Rod Trent" userId="ae9763478e3f9f4c" providerId="LiveId" clId="{1A93B2F6-7DF8-4A32-B259-58BFFAEA055C}" dt="2025-11-11T13:21:53.723" v="5" actId="26606"/>
          <ac:graphicFrameMkLst>
            <pc:docMk/>
            <pc:sldMk cId="0" sldId="261"/>
            <ac:graphicFrameMk id="5" creationId="{EEF5BB1B-A79E-6426-7227-0E92950398EC}"/>
          </ac:graphicFrameMkLst>
        </pc:graphicFrameChg>
      </pc:sldChg>
      <pc:sldChg chg="addSp delSp modSp mod setBg">
        <pc:chgData name="Rod Trent" userId="ae9763478e3f9f4c" providerId="LiveId" clId="{1A93B2F6-7DF8-4A32-B259-58BFFAEA055C}" dt="2025-11-11T13:24:33.533" v="17" actId="26606"/>
        <pc:sldMkLst>
          <pc:docMk/>
          <pc:sldMk cId="0" sldId="262"/>
        </pc:sldMkLst>
        <pc:spChg chg="mod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Rod Trent" userId="ae9763478e3f9f4c" providerId="LiveId" clId="{1A93B2F6-7DF8-4A32-B259-58BFFAEA055C}" dt="2025-11-11T13:22:02.124" v="7" actId="26606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9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11" creationId="{256B2C21-A230-48C0-8DF1-C46611373C44}"/>
          </ac:spMkLst>
        </pc:spChg>
        <pc:spChg chg="add del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13" creationId="{3847E18C-932D-4C95-AABA-FEC7C9499AD7}"/>
          </ac:spMkLst>
        </pc:spChg>
        <pc:spChg chg="add del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15" creationId="{3150CB11-0C61-439E-910F-5787759E72A0}"/>
          </ac:spMkLst>
        </pc:spChg>
        <pc:spChg chg="add del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17" creationId="{43F8A58B-5155-44CE-A5FF-7647B47D0A7A}"/>
          </ac:spMkLst>
        </pc:spChg>
        <pc:spChg chg="add del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19" creationId="{443F2ACA-E6D6-4028-82DD-F03C262D5DE6}"/>
          </ac:spMkLst>
        </pc:spChg>
        <pc:spChg chg="add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24" creationId="{BACC6370-2D7E-4714-9D71-7542949D7D5D}"/>
          </ac:spMkLst>
        </pc:spChg>
        <pc:spChg chg="add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26" creationId="{F68B3F68-107C-434F-AA38-110D5EA91B85}"/>
          </ac:spMkLst>
        </pc:spChg>
        <pc:spChg chg="add">
          <ac:chgData name="Rod Trent" userId="ae9763478e3f9f4c" providerId="LiveId" clId="{1A93B2F6-7DF8-4A32-B259-58BFFAEA055C}" dt="2025-11-11T13:24:33.533" v="17" actId="26606"/>
          <ac:spMkLst>
            <pc:docMk/>
            <pc:sldMk cId="0" sldId="262"/>
            <ac:spMk id="28" creationId="{AAD0DBB9-1A4B-4391-81D4-CB19F9AB918A}"/>
          </ac:spMkLst>
        </pc:spChg>
        <pc:graphicFrameChg chg="add">
          <ac:chgData name="Rod Trent" userId="ae9763478e3f9f4c" providerId="LiveId" clId="{1A93B2F6-7DF8-4A32-B259-58BFFAEA055C}" dt="2025-11-11T13:22:02.124" v="7" actId="26606"/>
          <ac:graphicFrameMkLst>
            <pc:docMk/>
            <pc:sldMk cId="0" sldId="262"/>
            <ac:graphicFrameMk id="5" creationId="{DB81F019-F937-6E5E-A096-321B95D92FFF}"/>
          </ac:graphicFrameMkLst>
        </pc:graphicFrameChg>
      </pc:sldChg>
      <pc:sldChg chg="addSp delSp modSp mod setBg">
        <pc:chgData name="Rod Trent" userId="ae9763478e3f9f4c" providerId="LiveId" clId="{1A93B2F6-7DF8-4A32-B259-58BFFAEA055C}" dt="2025-11-11T13:24:36.684" v="18" actId="26606"/>
        <pc:sldMkLst>
          <pc:docMk/>
          <pc:sldMk cId="0" sldId="263"/>
        </pc:sldMkLst>
        <pc:spChg chg="mod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Rod Trent" userId="ae9763478e3f9f4c" providerId="LiveId" clId="{1A93B2F6-7DF8-4A32-B259-58BFFAEA055C}" dt="2025-11-11T13:22:06.224" v="8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9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11" creationId="{256B2C21-A230-48C0-8DF1-C46611373C44}"/>
          </ac:spMkLst>
        </pc:spChg>
        <pc:spChg chg="add del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13" creationId="{3847E18C-932D-4C95-AABA-FEC7C9499AD7}"/>
          </ac:spMkLst>
        </pc:spChg>
        <pc:spChg chg="add del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15" creationId="{3150CB11-0C61-439E-910F-5787759E72A0}"/>
          </ac:spMkLst>
        </pc:spChg>
        <pc:spChg chg="add del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17" creationId="{43F8A58B-5155-44CE-A5FF-7647B47D0A7A}"/>
          </ac:spMkLst>
        </pc:spChg>
        <pc:spChg chg="add del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19" creationId="{443F2ACA-E6D6-4028-82DD-F03C262D5DE6}"/>
          </ac:spMkLst>
        </pc:spChg>
        <pc:spChg chg="add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24" creationId="{BACC6370-2D7E-4714-9D71-7542949D7D5D}"/>
          </ac:spMkLst>
        </pc:spChg>
        <pc:spChg chg="add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26" creationId="{F68B3F68-107C-434F-AA38-110D5EA91B85}"/>
          </ac:spMkLst>
        </pc:spChg>
        <pc:spChg chg="add">
          <ac:chgData name="Rod Trent" userId="ae9763478e3f9f4c" providerId="LiveId" clId="{1A93B2F6-7DF8-4A32-B259-58BFFAEA055C}" dt="2025-11-11T13:24:36.684" v="18" actId="26606"/>
          <ac:spMkLst>
            <pc:docMk/>
            <pc:sldMk cId="0" sldId="263"/>
            <ac:spMk id="30" creationId="{063BBA22-50EA-4C4D-BE05-F1CE4E63AA56}"/>
          </ac:spMkLst>
        </pc:spChg>
        <pc:graphicFrameChg chg="add">
          <ac:chgData name="Rod Trent" userId="ae9763478e3f9f4c" providerId="LiveId" clId="{1A93B2F6-7DF8-4A32-B259-58BFFAEA055C}" dt="2025-11-11T13:22:06.224" v="8" actId="26606"/>
          <ac:graphicFrameMkLst>
            <pc:docMk/>
            <pc:sldMk cId="0" sldId="263"/>
            <ac:graphicFrameMk id="5" creationId="{6BDBCAEC-C70C-46BA-DAE5-682D9350652F}"/>
          </ac:graphicFrameMkLst>
        </pc:graphicFrameChg>
      </pc:sldChg>
      <pc:sldChg chg="addSp delSp modSp mod setBg">
        <pc:chgData name="Rod Trent" userId="ae9763478e3f9f4c" providerId="LiveId" clId="{1A93B2F6-7DF8-4A32-B259-58BFFAEA055C}" dt="2025-11-11T13:25:46.062" v="23" actId="26606"/>
        <pc:sldMkLst>
          <pc:docMk/>
          <pc:sldMk cId="0" sldId="264"/>
        </pc:sldMkLst>
        <pc:spChg chg="mod">
          <ac:chgData name="Rod Trent" userId="ae9763478e3f9f4c" providerId="LiveId" clId="{1A93B2F6-7DF8-4A32-B259-58BFFAEA055C}" dt="2025-11-11T13:25:27.822" v="21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Rod Trent" userId="ae9763478e3f9f4c" providerId="LiveId" clId="{1A93B2F6-7DF8-4A32-B259-58BFFAEA055C}" dt="2025-11-11T13:22:24.516" v="9" actId="26606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2:44.267" v="11" actId="26606"/>
          <ac:spMkLst>
            <pc:docMk/>
            <pc:sldMk cId="0" sldId="264"/>
            <ac:spMk id="9" creationId="{AE5A632B-B15A-489E-8337-BC0F40DBC21F}"/>
          </ac:spMkLst>
        </pc:spChg>
        <pc:spChg chg="add del">
          <ac:chgData name="Rod Trent" userId="ae9763478e3f9f4c" providerId="LiveId" clId="{1A93B2F6-7DF8-4A32-B259-58BFFAEA055C}" dt="2025-11-11T13:22:44.267" v="11" actId="26606"/>
          <ac:spMkLst>
            <pc:docMk/>
            <pc:sldMk cId="0" sldId="264"/>
            <ac:spMk id="11" creationId="{6E895C8D-1379-40B8-8B1B-B6F5AEAF0A6C}"/>
          </ac:spMkLst>
        </pc:spChg>
        <pc:spChg chg="add del">
          <ac:chgData name="Rod Trent" userId="ae9763478e3f9f4c" providerId="LiveId" clId="{1A93B2F6-7DF8-4A32-B259-58BFFAEA055C}" dt="2025-11-11T13:22:44.267" v="11" actId="26606"/>
          <ac:spMkLst>
            <pc:docMk/>
            <pc:sldMk cId="0" sldId="264"/>
            <ac:spMk id="13" creationId="{651547D7-AD18-407B-A5F4-F8225B5DCFCC}"/>
          </ac:spMkLst>
        </pc:spChg>
        <pc:spChg chg="add del">
          <ac:chgData name="Rod Trent" userId="ae9763478e3f9f4c" providerId="LiveId" clId="{1A93B2F6-7DF8-4A32-B259-58BFFAEA055C}" dt="2025-11-11T13:25:01.603" v="19" actId="26606"/>
          <ac:spMkLst>
            <pc:docMk/>
            <pc:sldMk cId="0" sldId="264"/>
            <ac:spMk id="18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5:01.603" v="19" actId="26606"/>
          <ac:spMkLst>
            <pc:docMk/>
            <pc:sldMk cId="0" sldId="264"/>
            <ac:spMk id="20" creationId="{256B2C21-A230-48C0-8DF1-C46611373C44}"/>
          </ac:spMkLst>
        </pc:spChg>
        <pc:spChg chg="add del">
          <ac:chgData name="Rod Trent" userId="ae9763478e3f9f4c" providerId="LiveId" clId="{1A93B2F6-7DF8-4A32-B259-58BFFAEA055C}" dt="2025-11-11T13:25:01.603" v="19" actId="26606"/>
          <ac:spMkLst>
            <pc:docMk/>
            <pc:sldMk cId="0" sldId="264"/>
            <ac:spMk id="22" creationId="{3847E18C-932D-4C95-AABA-FEC7C9499AD7}"/>
          </ac:spMkLst>
        </pc:spChg>
        <pc:spChg chg="add del">
          <ac:chgData name="Rod Trent" userId="ae9763478e3f9f4c" providerId="LiveId" clId="{1A93B2F6-7DF8-4A32-B259-58BFFAEA055C}" dt="2025-11-11T13:25:01.603" v="19" actId="26606"/>
          <ac:spMkLst>
            <pc:docMk/>
            <pc:sldMk cId="0" sldId="264"/>
            <ac:spMk id="24" creationId="{3150CB11-0C61-439E-910F-5787759E72A0}"/>
          </ac:spMkLst>
        </pc:spChg>
        <pc:spChg chg="add del">
          <ac:chgData name="Rod Trent" userId="ae9763478e3f9f4c" providerId="LiveId" clId="{1A93B2F6-7DF8-4A32-B259-58BFFAEA055C}" dt="2025-11-11T13:25:01.603" v="19" actId="26606"/>
          <ac:spMkLst>
            <pc:docMk/>
            <pc:sldMk cId="0" sldId="264"/>
            <ac:spMk id="26" creationId="{43F8A58B-5155-44CE-A5FF-7647B47D0A7A}"/>
          </ac:spMkLst>
        </pc:spChg>
        <pc:spChg chg="add del">
          <ac:chgData name="Rod Trent" userId="ae9763478e3f9f4c" providerId="LiveId" clId="{1A93B2F6-7DF8-4A32-B259-58BFFAEA055C}" dt="2025-11-11T13:25:01.603" v="19" actId="26606"/>
          <ac:spMkLst>
            <pc:docMk/>
            <pc:sldMk cId="0" sldId="264"/>
            <ac:spMk id="28" creationId="{443F2ACA-E6D6-4028-82DD-F03C262D5DE6}"/>
          </ac:spMkLst>
        </pc:spChg>
        <pc:spChg chg="add del">
          <ac:chgData name="Rod Trent" userId="ae9763478e3f9f4c" providerId="LiveId" clId="{1A93B2F6-7DF8-4A32-B259-58BFFAEA055C}" dt="2025-11-11T13:25:27.822" v="21" actId="26606"/>
          <ac:spMkLst>
            <pc:docMk/>
            <pc:sldMk cId="0" sldId="264"/>
            <ac:spMk id="33" creationId="{31293F9B-599E-4871-A414-757225FA346A}"/>
          </ac:spMkLst>
        </pc:spChg>
        <pc:spChg chg="add del">
          <ac:chgData name="Rod Trent" userId="ae9763478e3f9f4c" providerId="LiveId" clId="{1A93B2F6-7DF8-4A32-B259-58BFFAEA055C}" dt="2025-11-11T13:25:27.822" v="21" actId="26606"/>
          <ac:spMkLst>
            <pc:docMk/>
            <pc:sldMk cId="0" sldId="264"/>
            <ac:spMk id="35" creationId="{E5F17139-31EE-46AC-B04F-DBBD852DD6CB}"/>
          </ac:spMkLst>
        </pc:spChg>
        <pc:spChg chg="add del">
          <ac:chgData name="Rod Trent" userId="ae9763478e3f9f4c" providerId="LiveId" clId="{1A93B2F6-7DF8-4A32-B259-58BFFAEA055C}" dt="2025-11-11T13:25:46.062" v="23" actId="26606"/>
          <ac:spMkLst>
            <pc:docMk/>
            <pc:sldMk cId="0" sldId="264"/>
            <ac:spMk id="59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5:46.062" v="23" actId="26606"/>
          <ac:spMkLst>
            <pc:docMk/>
            <pc:sldMk cId="0" sldId="264"/>
            <ac:spMk id="61" creationId="{F68B3F68-107C-434F-AA38-110D5EA91B85}"/>
          </ac:spMkLst>
        </pc:spChg>
        <pc:spChg chg="add del">
          <ac:chgData name="Rod Trent" userId="ae9763478e3f9f4c" providerId="LiveId" clId="{1A93B2F6-7DF8-4A32-B259-58BFFAEA055C}" dt="2025-11-11T13:25:46.062" v="23" actId="26606"/>
          <ac:spMkLst>
            <pc:docMk/>
            <pc:sldMk cId="0" sldId="264"/>
            <ac:spMk id="63" creationId="{AAD0DBB9-1A4B-4391-81D4-CB19F9AB918A}"/>
          </ac:spMkLst>
        </pc:spChg>
        <pc:spChg chg="add del">
          <ac:chgData name="Rod Trent" userId="ae9763478e3f9f4c" providerId="LiveId" clId="{1A93B2F6-7DF8-4A32-B259-58BFFAEA055C}" dt="2025-11-11T13:25:46.062" v="23" actId="26606"/>
          <ac:spMkLst>
            <pc:docMk/>
            <pc:sldMk cId="0" sldId="264"/>
            <ac:spMk id="65" creationId="{063BBA22-50EA-4C4D-BE05-F1CE4E63AA56}"/>
          </ac:spMkLst>
        </pc:spChg>
        <pc:spChg chg="add">
          <ac:chgData name="Rod Trent" userId="ae9763478e3f9f4c" providerId="LiveId" clId="{1A93B2F6-7DF8-4A32-B259-58BFFAEA055C}" dt="2025-11-11T13:25:46.062" v="23" actId="26606"/>
          <ac:spMkLst>
            <pc:docMk/>
            <pc:sldMk cId="0" sldId="264"/>
            <ac:spMk id="70" creationId="{BACC6370-2D7E-4714-9D71-7542949D7D5D}"/>
          </ac:spMkLst>
        </pc:spChg>
        <pc:spChg chg="add">
          <ac:chgData name="Rod Trent" userId="ae9763478e3f9f4c" providerId="LiveId" clId="{1A93B2F6-7DF8-4A32-B259-58BFFAEA055C}" dt="2025-11-11T13:25:46.062" v="23" actId="26606"/>
          <ac:spMkLst>
            <pc:docMk/>
            <pc:sldMk cId="0" sldId="264"/>
            <ac:spMk id="72" creationId="{F68B3F68-107C-434F-AA38-110D5EA91B85}"/>
          </ac:spMkLst>
        </pc:spChg>
        <pc:spChg chg="add">
          <ac:chgData name="Rod Trent" userId="ae9763478e3f9f4c" providerId="LiveId" clId="{1A93B2F6-7DF8-4A32-B259-58BFFAEA055C}" dt="2025-11-11T13:25:46.062" v="23" actId="26606"/>
          <ac:spMkLst>
            <pc:docMk/>
            <pc:sldMk cId="0" sldId="264"/>
            <ac:spMk id="74" creationId="{AAD0DBB9-1A4B-4391-81D4-CB19F9AB918A}"/>
          </ac:spMkLst>
        </pc:spChg>
        <pc:spChg chg="add">
          <ac:chgData name="Rod Trent" userId="ae9763478e3f9f4c" providerId="LiveId" clId="{1A93B2F6-7DF8-4A32-B259-58BFFAEA055C}" dt="2025-11-11T13:25:46.062" v="23" actId="26606"/>
          <ac:spMkLst>
            <pc:docMk/>
            <pc:sldMk cId="0" sldId="264"/>
            <ac:spMk id="76" creationId="{063BBA22-50EA-4C4D-BE05-F1CE4E63AA56}"/>
          </ac:spMkLst>
        </pc:spChg>
        <pc:grpChg chg="del">
          <ac:chgData name="Rod Trent" userId="ae9763478e3f9f4c" providerId="LiveId" clId="{1A93B2F6-7DF8-4A32-B259-58BFFAEA055C}" dt="2025-11-11T13:25:27.822" v="21" actId="26606"/>
          <ac:grpSpMkLst>
            <pc:docMk/>
            <pc:sldMk cId="0" sldId="264"/>
            <ac:grpSpMk id="37" creationId="{53883AA7-7F86-41F8-A1D8-06E9886E7632}"/>
          </ac:grpSpMkLst>
        </pc:grpChg>
        <pc:grpChg chg="del">
          <ac:chgData name="Rod Trent" userId="ae9763478e3f9f4c" providerId="LiveId" clId="{1A93B2F6-7DF8-4A32-B259-58BFFAEA055C}" dt="2025-11-11T13:25:27.822" v="21" actId="26606"/>
          <ac:grpSpMkLst>
            <pc:docMk/>
            <pc:sldMk cId="0" sldId="264"/>
            <ac:grpSpMk id="41" creationId="{71A8B53C-ED2D-4081-AC0C-F87A9D4B3AFD}"/>
          </ac:grpSpMkLst>
        </pc:grpChg>
        <pc:graphicFrameChg chg="add mod modGraphic">
          <ac:chgData name="Rod Trent" userId="ae9763478e3f9f4c" providerId="LiveId" clId="{1A93B2F6-7DF8-4A32-B259-58BFFAEA055C}" dt="2025-11-11T13:25:46.062" v="23" actId="26606"/>
          <ac:graphicFrameMkLst>
            <pc:docMk/>
            <pc:sldMk cId="0" sldId="264"/>
            <ac:graphicFrameMk id="5" creationId="{AEDCC1CF-EF9C-7F03-CEFF-6C05BA46070D}"/>
          </ac:graphicFrameMkLst>
        </pc:graphicFrameChg>
      </pc:sldChg>
      <pc:sldChg chg="addSp delSp modSp mod setBg">
        <pc:chgData name="Rod Trent" userId="ae9763478e3f9f4c" providerId="LiveId" clId="{1A93B2F6-7DF8-4A32-B259-58BFFAEA055C}" dt="2025-11-11T13:25:52.457" v="24" actId="26606"/>
        <pc:sldMkLst>
          <pc:docMk/>
          <pc:sldMk cId="0" sldId="265"/>
        </pc:sldMkLst>
        <pc:spChg chg="mod">
          <ac:chgData name="Rod Trent" userId="ae9763478e3f9f4c" providerId="LiveId" clId="{1A93B2F6-7DF8-4A32-B259-58BFFAEA055C}" dt="2025-11-11T13:25:38.762" v="22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Rod Trent" userId="ae9763478e3f9f4c" providerId="LiveId" clId="{1A93B2F6-7DF8-4A32-B259-58BFFAEA055C}" dt="2025-11-11T13:22:31.617" v="10" actId="26606"/>
          <ac:spMkLst>
            <pc:docMk/>
            <pc:sldMk cId="0" sldId="265"/>
            <ac:spMk id="3" creationId="{00000000-0000-0000-0000-000000000000}"/>
          </ac:spMkLst>
        </pc:spChg>
        <pc:spChg chg="add del">
          <ac:chgData name="Rod Trent" userId="ae9763478e3f9f4c" providerId="LiveId" clId="{1A93B2F6-7DF8-4A32-B259-58BFFAEA055C}" dt="2025-11-11T13:25:19.647" v="20" actId="26606"/>
          <ac:spMkLst>
            <pc:docMk/>
            <pc:sldMk cId="0" sldId="265"/>
            <ac:spMk id="9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5:19.647" v="20" actId="26606"/>
          <ac:spMkLst>
            <pc:docMk/>
            <pc:sldMk cId="0" sldId="265"/>
            <ac:spMk id="11" creationId="{256B2C21-A230-48C0-8DF1-C46611373C44}"/>
          </ac:spMkLst>
        </pc:spChg>
        <pc:spChg chg="add del">
          <ac:chgData name="Rod Trent" userId="ae9763478e3f9f4c" providerId="LiveId" clId="{1A93B2F6-7DF8-4A32-B259-58BFFAEA055C}" dt="2025-11-11T13:25:19.647" v="20" actId="26606"/>
          <ac:spMkLst>
            <pc:docMk/>
            <pc:sldMk cId="0" sldId="265"/>
            <ac:spMk id="13" creationId="{3847E18C-932D-4C95-AABA-FEC7C9499AD7}"/>
          </ac:spMkLst>
        </pc:spChg>
        <pc:spChg chg="add del">
          <ac:chgData name="Rod Trent" userId="ae9763478e3f9f4c" providerId="LiveId" clId="{1A93B2F6-7DF8-4A32-B259-58BFFAEA055C}" dt="2025-11-11T13:25:19.647" v="20" actId="26606"/>
          <ac:spMkLst>
            <pc:docMk/>
            <pc:sldMk cId="0" sldId="265"/>
            <ac:spMk id="15" creationId="{3150CB11-0C61-439E-910F-5787759E72A0}"/>
          </ac:spMkLst>
        </pc:spChg>
        <pc:spChg chg="add del">
          <ac:chgData name="Rod Trent" userId="ae9763478e3f9f4c" providerId="LiveId" clId="{1A93B2F6-7DF8-4A32-B259-58BFFAEA055C}" dt="2025-11-11T13:25:19.647" v="20" actId="26606"/>
          <ac:spMkLst>
            <pc:docMk/>
            <pc:sldMk cId="0" sldId="265"/>
            <ac:spMk id="17" creationId="{43F8A58B-5155-44CE-A5FF-7647B47D0A7A}"/>
          </ac:spMkLst>
        </pc:spChg>
        <pc:spChg chg="add del">
          <ac:chgData name="Rod Trent" userId="ae9763478e3f9f4c" providerId="LiveId" clId="{1A93B2F6-7DF8-4A32-B259-58BFFAEA055C}" dt="2025-11-11T13:25:19.647" v="20" actId="26606"/>
          <ac:spMkLst>
            <pc:docMk/>
            <pc:sldMk cId="0" sldId="265"/>
            <ac:spMk id="19" creationId="{443F2ACA-E6D6-4028-82DD-F03C262D5DE6}"/>
          </ac:spMkLst>
        </pc:spChg>
        <pc:spChg chg="add del">
          <ac:chgData name="Rod Trent" userId="ae9763478e3f9f4c" providerId="LiveId" clId="{1A93B2F6-7DF8-4A32-B259-58BFFAEA055C}" dt="2025-11-11T13:25:38.762" v="22" actId="26606"/>
          <ac:spMkLst>
            <pc:docMk/>
            <pc:sldMk cId="0" sldId="265"/>
            <ac:spMk id="24" creationId="{31293F9B-599E-4871-A414-757225FA346A}"/>
          </ac:spMkLst>
        </pc:spChg>
        <pc:spChg chg="add del">
          <ac:chgData name="Rod Trent" userId="ae9763478e3f9f4c" providerId="LiveId" clId="{1A93B2F6-7DF8-4A32-B259-58BFFAEA055C}" dt="2025-11-11T13:25:38.762" v="22" actId="26606"/>
          <ac:spMkLst>
            <pc:docMk/>
            <pc:sldMk cId="0" sldId="265"/>
            <ac:spMk id="26" creationId="{E5F17139-31EE-46AC-B04F-DBBD852DD6CB}"/>
          </ac:spMkLst>
        </pc:spChg>
        <pc:spChg chg="add del">
          <ac:chgData name="Rod Trent" userId="ae9763478e3f9f4c" providerId="LiveId" clId="{1A93B2F6-7DF8-4A32-B259-58BFFAEA055C}" dt="2025-11-11T13:25:52.457" v="24" actId="26606"/>
          <ac:spMkLst>
            <pc:docMk/>
            <pc:sldMk cId="0" sldId="265"/>
            <ac:spMk id="50" creationId="{BACC6370-2D7E-4714-9D71-7542949D7D5D}"/>
          </ac:spMkLst>
        </pc:spChg>
        <pc:spChg chg="add del">
          <ac:chgData name="Rod Trent" userId="ae9763478e3f9f4c" providerId="LiveId" clId="{1A93B2F6-7DF8-4A32-B259-58BFFAEA055C}" dt="2025-11-11T13:25:52.457" v="24" actId="26606"/>
          <ac:spMkLst>
            <pc:docMk/>
            <pc:sldMk cId="0" sldId="265"/>
            <ac:spMk id="52" creationId="{F68B3F68-107C-434F-AA38-110D5EA91B85}"/>
          </ac:spMkLst>
        </pc:spChg>
        <pc:spChg chg="add del">
          <ac:chgData name="Rod Trent" userId="ae9763478e3f9f4c" providerId="LiveId" clId="{1A93B2F6-7DF8-4A32-B259-58BFFAEA055C}" dt="2025-11-11T13:25:52.457" v="24" actId="26606"/>
          <ac:spMkLst>
            <pc:docMk/>
            <pc:sldMk cId="0" sldId="265"/>
            <ac:spMk id="54" creationId="{AAD0DBB9-1A4B-4391-81D4-CB19F9AB918A}"/>
          </ac:spMkLst>
        </pc:spChg>
        <pc:spChg chg="add del">
          <ac:chgData name="Rod Trent" userId="ae9763478e3f9f4c" providerId="LiveId" clId="{1A93B2F6-7DF8-4A32-B259-58BFFAEA055C}" dt="2025-11-11T13:25:52.457" v="24" actId="26606"/>
          <ac:spMkLst>
            <pc:docMk/>
            <pc:sldMk cId="0" sldId="265"/>
            <ac:spMk id="56" creationId="{063BBA22-50EA-4C4D-BE05-F1CE4E63AA56}"/>
          </ac:spMkLst>
        </pc:spChg>
        <pc:spChg chg="add">
          <ac:chgData name="Rod Trent" userId="ae9763478e3f9f4c" providerId="LiveId" clId="{1A93B2F6-7DF8-4A32-B259-58BFFAEA055C}" dt="2025-11-11T13:25:52.457" v="24" actId="26606"/>
          <ac:spMkLst>
            <pc:docMk/>
            <pc:sldMk cId="0" sldId="265"/>
            <ac:spMk id="61" creationId="{BACC6370-2D7E-4714-9D71-7542949D7D5D}"/>
          </ac:spMkLst>
        </pc:spChg>
        <pc:spChg chg="add">
          <ac:chgData name="Rod Trent" userId="ae9763478e3f9f4c" providerId="LiveId" clId="{1A93B2F6-7DF8-4A32-B259-58BFFAEA055C}" dt="2025-11-11T13:25:52.457" v="24" actId="26606"/>
          <ac:spMkLst>
            <pc:docMk/>
            <pc:sldMk cId="0" sldId="265"/>
            <ac:spMk id="63" creationId="{F68B3F68-107C-434F-AA38-110D5EA91B85}"/>
          </ac:spMkLst>
        </pc:spChg>
        <pc:spChg chg="add">
          <ac:chgData name="Rod Trent" userId="ae9763478e3f9f4c" providerId="LiveId" clId="{1A93B2F6-7DF8-4A32-B259-58BFFAEA055C}" dt="2025-11-11T13:25:52.457" v="24" actId="26606"/>
          <ac:spMkLst>
            <pc:docMk/>
            <pc:sldMk cId="0" sldId="265"/>
            <ac:spMk id="65" creationId="{AAD0DBB9-1A4B-4391-81D4-CB19F9AB918A}"/>
          </ac:spMkLst>
        </pc:spChg>
        <pc:spChg chg="add">
          <ac:chgData name="Rod Trent" userId="ae9763478e3f9f4c" providerId="LiveId" clId="{1A93B2F6-7DF8-4A32-B259-58BFFAEA055C}" dt="2025-11-11T13:25:52.457" v="24" actId="26606"/>
          <ac:spMkLst>
            <pc:docMk/>
            <pc:sldMk cId="0" sldId="265"/>
            <ac:spMk id="67" creationId="{063BBA22-50EA-4C4D-BE05-F1CE4E63AA56}"/>
          </ac:spMkLst>
        </pc:spChg>
        <pc:grpChg chg="del">
          <ac:chgData name="Rod Trent" userId="ae9763478e3f9f4c" providerId="LiveId" clId="{1A93B2F6-7DF8-4A32-B259-58BFFAEA055C}" dt="2025-11-11T13:25:38.762" v="22" actId="26606"/>
          <ac:grpSpMkLst>
            <pc:docMk/>
            <pc:sldMk cId="0" sldId="265"/>
            <ac:grpSpMk id="28" creationId="{53883AA7-7F86-41F8-A1D8-06E9886E7632}"/>
          </ac:grpSpMkLst>
        </pc:grpChg>
        <pc:grpChg chg="del">
          <ac:chgData name="Rod Trent" userId="ae9763478e3f9f4c" providerId="LiveId" clId="{1A93B2F6-7DF8-4A32-B259-58BFFAEA055C}" dt="2025-11-11T13:25:38.762" v="22" actId="26606"/>
          <ac:grpSpMkLst>
            <pc:docMk/>
            <pc:sldMk cId="0" sldId="265"/>
            <ac:grpSpMk id="32" creationId="{71A8B53C-ED2D-4081-AC0C-F87A9D4B3AFD}"/>
          </ac:grpSpMkLst>
        </pc:grpChg>
        <pc:graphicFrameChg chg="add mod modGraphic">
          <ac:chgData name="Rod Trent" userId="ae9763478e3f9f4c" providerId="LiveId" clId="{1A93B2F6-7DF8-4A32-B259-58BFFAEA055C}" dt="2025-11-11T13:25:52.457" v="24" actId="26606"/>
          <ac:graphicFrameMkLst>
            <pc:docMk/>
            <pc:sldMk cId="0" sldId="265"/>
            <ac:graphicFrameMk id="5" creationId="{2EA6022F-5C57-F71A-1195-881BF3511642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FF6CE8-AB0B-4F87-9154-3B0FE2B9B25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2CD5187-3E40-4D10-BA7F-B429B6276551}">
      <dgm:prSet/>
      <dgm:spPr/>
      <dgm:t>
        <a:bodyPr/>
        <a:lstStyle/>
        <a:p>
          <a:r>
            <a:rPr lang="en-US"/>
            <a:t>The Romans Road reveals the Gospel through Paul's letter to the Romans.</a:t>
          </a:r>
        </a:p>
      </dgm:t>
    </dgm:pt>
    <dgm:pt modelId="{56B83C73-A116-4901-9BAD-4E6F7A3335E5}" type="parTrans" cxnId="{5154AAF6-6752-4C51-9BE3-7B633176611D}">
      <dgm:prSet/>
      <dgm:spPr/>
      <dgm:t>
        <a:bodyPr/>
        <a:lstStyle/>
        <a:p>
          <a:endParaRPr lang="en-US"/>
        </a:p>
      </dgm:t>
    </dgm:pt>
    <dgm:pt modelId="{2C6D9BA3-67F4-4C34-A321-9BD71534302C}" type="sibTrans" cxnId="{5154AAF6-6752-4C51-9BE3-7B633176611D}">
      <dgm:prSet/>
      <dgm:spPr/>
      <dgm:t>
        <a:bodyPr/>
        <a:lstStyle/>
        <a:p>
          <a:endParaRPr lang="en-US"/>
        </a:p>
      </dgm:t>
    </dgm:pt>
    <dgm:pt modelId="{A44CF263-F115-49B4-95A0-5E612903C000}">
      <dgm:prSet/>
      <dgm:spPr/>
      <dgm:t>
        <a:bodyPr/>
        <a:lstStyle/>
        <a:p>
          <a:r>
            <a:rPr lang="en-US"/>
            <a:t>It explains sin, salvation, and life in the Spirit.</a:t>
          </a:r>
        </a:p>
      </dgm:t>
    </dgm:pt>
    <dgm:pt modelId="{A18EB959-6F9F-4836-9D3F-2B57D911379E}" type="parTrans" cxnId="{9D08C1B9-DD12-457A-9081-93F078E2A3C4}">
      <dgm:prSet/>
      <dgm:spPr/>
      <dgm:t>
        <a:bodyPr/>
        <a:lstStyle/>
        <a:p>
          <a:endParaRPr lang="en-US"/>
        </a:p>
      </dgm:t>
    </dgm:pt>
    <dgm:pt modelId="{DCA5ABE3-1C5C-474C-AAAF-D96D72B97F6C}" type="sibTrans" cxnId="{9D08C1B9-DD12-457A-9081-93F078E2A3C4}">
      <dgm:prSet/>
      <dgm:spPr/>
      <dgm:t>
        <a:bodyPr/>
        <a:lstStyle/>
        <a:p>
          <a:endParaRPr lang="en-US"/>
        </a:p>
      </dgm:t>
    </dgm:pt>
    <dgm:pt modelId="{566A4090-F3E6-426E-8EE3-0CFB233F55BE}">
      <dgm:prSet/>
      <dgm:spPr/>
      <dgm:t>
        <a:bodyPr/>
        <a:lstStyle/>
        <a:p>
          <a:r>
            <a:rPr lang="en-US"/>
            <a:t>A timeless journey of faith and transformation.</a:t>
          </a:r>
        </a:p>
      </dgm:t>
    </dgm:pt>
    <dgm:pt modelId="{0FCFA0CD-9129-44A0-8AD3-DC3F750CE45B}" type="parTrans" cxnId="{E32222AB-B650-44C3-A18B-F5FA7BFA2E23}">
      <dgm:prSet/>
      <dgm:spPr/>
      <dgm:t>
        <a:bodyPr/>
        <a:lstStyle/>
        <a:p>
          <a:endParaRPr lang="en-US"/>
        </a:p>
      </dgm:t>
    </dgm:pt>
    <dgm:pt modelId="{F7269F4F-BCA1-4D5E-8507-FE445B0269A2}" type="sibTrans" cxnId="{E32222AB-B650-44C3-A18B-F5FA7BFA2E23}">
      <dgm:prSet/>
      <dgm:spPr/>
      <dgm:t>
        <a:bodyPr/>
        <a:lstStyle/>
        <a:p>
          <a:endParaRPr lang="en-US"/>
        </a:p>
      </dgm:t>
    </dgm:pt>
    <dgm:pt modelId="{B526EDF3-F3D1-4801-B4D2-02FD604BE154}" type="pres">
      <dgm:prSet presAssocID="{DEFF6CE8-AB0B-4F87-9154-3B0FE2B9B259}" presName="outerComposite" presStyleCnt="0">
        <dgm:presLayoutVars>
          <dgm:chMax val="5"/>
          <dgm:dir/>
          <dgm:resizeHandles val="exact"/>
        </dgm:presLayoutVars>
      </dgm:prSet>
      <dgm:spPr/>
    </dgm:pt>
    <dgm:pt modelId="{5CC411C5-1787-4CFA-A659-A3BFADC9F24A}" type="pres">
      <dgm:prSet presAssocID="{DEFF6CE8-AB0B-4F87-9154-3B0FE2B9B259}" presName="dummyMaxCanvas" presStyleCnt="0">
        <dgm:presLayoutVars/>
      </dgm:prSet>
      <dgm:spPr/>
    </dgm:pt>
    <dgm:pt modelId="{D4BF3AB9-E182-46A5-9DB5-4F5E9838EC96}" type="pres">
      <dgm:prSet presAssocID="{DEFF6CE8-AB0B-4F87-9154-3B0FE2B9B259}" presName="ThreeNodes_1" presStyleLbl="node1" presStyleIdx="0" presStyleCnt="3">
        <dgm:presLayoutVars>
          <dgm:bulletEnabled val="1"/>
        </dgm:presLayoutVars>
      </dgm:prSet>
      <dgm:spPr/>
    </dgm:pt>
    <dgm:pt modelId="{B8C4629A-A0A9-46AC-8463-5C2FA7ECB8C2}" type="pres">
      <dgm:prSet presAssocID="{DEFF6CE8-AB0B-4F87-9154-3B0FE2B9B259}" presName="ThreeNodes_2" presStyleLbl="node1" presStyleIdx="1" presStyleCnt="3">
        <dgm:presLayoutVars>
          <dgm:bulletEnabled val="1"/>
        </dgm:presLayoutVars>
      </dgm:prSet>
      <dgm:spPr/>
    </dgm:pt>
    <dgm:pt modelId="{9D8E5F4C-7BDE-458C-BE80-323501D4825D}" type="pres">
      <dgm:prSet presAssocID="{DEFF6CE8-AB0B-4F87-9154-3B0FE2B9B259}" presName="ThreeNodes_3" presStyleLbl="node1" presStyleIdx="2" presStyleCnt="3">
        <dgm:presLayoutVars>
          <dgm:bulletEnabled val="1"/>
        </dgm:presLayoutVars>
      </dgm:prSet>
      <dgm:spPr/>
    </dgm:pt>
    <dgm:pt modelId="{A9A50433-62D2-4CF8-A47A-8C2B9253CC62}" type="pres">
      <dgm:prSet presAssocID="{DEFF6CE8-AB0B-4F87-9154-3B0FE2B9B259}" presName="ThreeConn_1-2" presStyleLbl="fgAccFollowNode1" presStyleIdx="0" presStyleCnt="2">
        <dgm:presLayoutVars>
          <dgm:bulletEnabled val="1"/>
        </dgm:presLayoutVars>
      </dgm:prSet>
      <dgm:spPr/>
    </dgm:pt>
    <dgm:pt modelId="{47E38FF3-1736-42F7-A798-1E5300A2FD4A}" type="pres">
      <dgm:prSet presAssocID="{DEFF6CE8-AB0B-4F87-9154-3B0FE2B9B259}" presName="ThreeConn_2-3" presStyleLbl="fgAccFollowNode1" presStyleIdx="1" presStyleCnt="2">
        <dgm:presLayoutVars>
          <dgm:bulletEnabled val="1"/>
        </dgm:presLayoutVars>
      </dgm:prSet>
      <dgm:spPr/>
    </dgm:pt>
    <dgm:pt modelId="{73E7930B-7CEB-4E32-AAE9-EC16B3D24D28}" type="pres">
      <dgm:prSet presAssocID="{DEFF6CE8-AB0B-4F87-9154-3B0FE2B9B259}" presName="ThreeNodes_1_text" presStyleLbl="node1" presStyleIdx="2" presStyleCnt="3">
        <dgm:presLayoutVars>
          <dgm:bulletEnabled val="1"/>
        </dgm:presLayoutVars>
      </dgm:prSet>
      <dgm:spPr/>
    </dgm:pt>
    <dgm:pt modelId="{AE7B3F67-9728-436D-8B3B-86FBF6FF7601}" type="pres">
      <dgm:prSet presAssocID="{DEFF6CE8-AB0B-4F87-9154-3B0FE2B9B259}" presName="ThreeNodes_2_text" presStyleLbl="node1" presStyleIdx="2" presStyleCnt="3">
        <dgm:presLayoutVars>
          <dgm:bulletEnabled val="1"/>
        </dgm:presLayoutVars>
      </dgm:prSet>
      <dgm:spPr/>
    </dgm:pt>
    <dgm:pt modelId="{01FFD823-4789-4CDC-84CA-F36118F53177}" type="pres">
      <dgm:prSet presAssocID="{DEFF6CE8-AB0B-4F87-9154-3B0FE2B9B25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337E96A-56C4-4E8A-B5DD-7BE9B5A5FFEF}" type="presOf" srcId="{566A4090-F3E6-426E-8EE3-0CFB233F55BE}" destId="{9D8E5F4C-7BDE-458C-BE80-323501D4825D}" srcOrd="0" destOrd="0" presId="urn:microsoft.com/office/officeart/2005/8/layout/vProcess5"/>
    <dgm:cxn modelId="{46E88657-0978-40DB-B931-EF5D50E882AD}" type="presOf" srcId="{DEFF6CE8-AB0B-4F87-9154-3B0FE2B9B259}" destId="{B526EDF3-F3D1-4801-B4D2-02FD604BE154}" srcOrd="0" destOrd="0" presId="urn:microsoft.com/office/officeart/2005/8/layout/vProcess5"/>
    <dgm:cxn modelId="{E561247B-7FF6-4A48-B2E8-1B30CA0E4DC8}" type="presOf" srcId="{12CD5187-3E40-4D10-BA7F-B429B6276551}" destId="{D4BF3AB9-E182-46A5-9DB5-4F5E9838EC96}" srcOrd="0" destOrd="0" presId="urn:microsoft.com/office/officeart/2005/8/layout/vProcess5"/>
    <dgm:cxn modelId="{5350AB9D-35A9-4931-BB67-E5B7902DD083}" type="presOf" srcId="{2C6D9BA3-67F4-4C34-A321-9BD71534302C}" destId="{A9A50433-62D2-4CF8-A47A-8C2B9253CC62}" srcOrd="0" destOrd="0" presId="urn:microsoft.com/office/officeart/2005/8/layout/vProcess5"/>
    <dgm:cxn modelId="{3EBD9CA6-9372-42C4-9FBC-CEC7F6393A26}" type="presOf" srcId="{12CD5187-3E40-4D10-BA7F-B429B6276551}" destId="{73E7930B-7CEB-4E32-AAE9-EC16B3D24D28}" srcOrd="1" destOrd="0" presId="urn:microsoft.com/office/officeart/2005/8/layout/vProcess5"/>
    <dgm:cxn modelId="{E32222AB-B650-44C3-A18B-F5FA7BFA2E23}" srcId="{DEFF6CE8-AB0B-4F87-9154-3B0FE2B9B259}" destId="{566A4090-F3E6-426E-8EE3-0CFB233F55BE}" srcOrd="2" destOrd="0" parTransId="{0FCFA0CD-9129-44A0-8AD3-DC3F750CE45B}" sibTransId="{F7269F4F-BCA1-4D5E-8507-FE445B0269A2}"/>
    <dgm:cxn modelId="{9D08C1B9-DD12-457A-9081-93F078E2A3C4}" srcId="{DEFF6CE8-AB0B-4F87-9154-3B0FE2B9B259}" destId="{A44CF263-F115-49B4-95A0-5E612903C000}" srcOrd="1" destOrd="0" parTransId="{A18EB959-6F9F-4836-9D3F-2B57D911379E}" sibTransId="{DCA5ABE3-1C5C-474C-AAAF-D96D72B97F6C}"/>
    <dgm:cxn modelId="{A41844C5-D2CF-49E4-AA26-F6968ECB1D94}" type="presOf" srcId="{566A4090-F3E6-426E-8EE3-0CFB233F55BE}" destId="{01FFD823-4789-4CDC-84CA-F36118F53177}" srcOrd="1" destOrd="0" presId="urn:microsoft.com/office/officeart/2005/8/layout/vProcess5"/>
    <dgm:cxn modelId="{16F189CB-33BA-44A8-BA64-17E7711BB2BA}" type="presOf" srcId="{DCA5ABE3-1C5C-474C-AAAF-D96D72B97F6C}" destId="{47E38FF3-1736-42F7-A798-1E5300A2FD4A}" srcOrd="0" destOrd="0" presId="urn:microsoft.com/office/officeart/2005/8/layout/vProcess5"/>
    <dgm:cxn modelId="{ACF75AE4-CCB1-428C-AB7D-421B0CD69605}" type="presOf" srcId="{A44CF263-F115-49B4-95A0-5E612903C000}" destId="{B8C4629A-A0A9-46AC-8463-5C2FA7ECB8C2}" srcOrd="0" destOrd="0" presId="urn:microsoft.com/office/officeart/2005/8/layout/vProcess5"/>
    <dgm:cxn modelId="{5154AAF6-6752-4C51-9BE3-7B633176611D}" srcId="{DEFF6CE8-AB0B-4F87-9154-3B0FE2B9B259}" destId="{12CD5187-3E40-4D10-BA7F-B429B6276551}" srcOrd="0" destOrd="0" parTransId="{56B83C73-A116-4901-9BAD-4E6F7A3335E5}" sibTransId="{2C6D9BA3-67F4-4C34-A321-9BD71534302C}"/>
    <dgm:cxn modelId="{D44D3AF7-0D09-43F0-B3C1-B7BA9090355D}" type="presOf" srcId="{A44CF263-F115-49B4-95A0-5E612903C000}" destId="{AE7B3F67-9728-436D-8B3B-86FBF6FF7601}" srcOrd="1" destOrd="0" presId="urn:microsoft.com/office/officeart/2005/8/layout/vProcess5"/>
    <dgm:cxn modelId="{E31BF1C6-7351-4918-8CEB-825BF85038F5}" type="presParOf" srcId="{B526EDF3-F3D1-4801-B4D2-02FD604BE154}" destId="{5CC411C5-1787-4CFA-A659-A3BFADC9F24A}" srcOrd="0" destOrd="0" presId="urn:microsoft.com/office/officeart/2005/8/layout/vProcess5"/>
    <dgm:cxn modelId="{063EA3BF-7648-4285-9E43-CF0E889E05E0}" type="presParOf" srcId="{B526EDF3-F3D1-4801-B4D2-02FD604BE154}" destId="{D4BF3AB9-E182-46A5-9DB5-4F5E9838EC96}" srcOrd="1" destOrd="0" presId="urn:microsoft.com/office/officeart/2005/8/layout/vProcess5"/>
    <dgm:cxn modelId="{5C2A789C-7E2F-4AA4-89F4-F962C67D39BD}" type="presParOf" srcId="{B526EDF3-F3D1-4801-B4D2-02FD604BE154}" destId="{B8C4629A-A0A9-46AC-8463-5C2FA7ECB8C2}" srcOrd="2" destOrd="0" presId="urn:microsoft.com/office/officeart/2005/8/layout/vProcess5"/>
    <dgm:cxn modelId="{B266C3A3-65AB-4253-B2DE-2FEA532B37A1}" type="presParOf" srcId="{B526EDF3-F3D1-4801-B4D2-02FD604BE154}" destId="{9D8E5F4C-7BDE-458C-BE80-323501D4825D}" srcOrd="3" destOrd="0" presId="urn:microsoft.com/office/officeart/2005/8/layout/vProcess5"/>
    <dgm:cxn modelId="{BC66FB3E-F902-4D8D-8ADE-8C3BDC04C3D0}" type="presParOf" srcId="{B526EDF3-F3D1-4801-B4D2-02FD604BE154}" destId="{A9A50433-62D2-4CF8-A47A-8C2B9253CC62}" srcOrd="4" destOrd="0" presId="urn:microsoft.com/office/officeart/2005/8/layout/vProcess5"/>
    <dgm:cxn modelId="{66CD1E15-8926-4B03-86DE-4D43F6553450}" type="presParOf" srcId="{B526EDF3-F3D1-4801-B4D2-02FD604BE154}" destId="{47E38FF3-1736-42F7-A798-1E5300A2FD4A}" srcOrd="5" destOrd="0" presId="urn:microsoft.com/office/officeart/2005/8/layout/vProcess5"/>
    <dgm:cxn modelId="{52978873-B843-4800-A5F3-1F81D90EE9DD}" type="presParOf" srcId="{B526EDF3-F3D1-4801-B4D2-02FD604BE154}" destId="{73E7930B-7CEB-4E32-AAE9-EC16B3D24D28}" srcOrd="6" destOrd="0" presId="urn:microsoft.com/office/officeart/2005/8/layout/vProcess5"/>
    <dgm:cxn modelId="{A3F5C442-E676-4858-AB81-16DF32650FB7}" type="presParOf" srcId="{B526EDF3-F3D1-4801-B4D2-02FD604BE154}" destId="{AE7B3F67-9728-436D-8B3B-86FBF6FF7601}" srcOrd="7" destOrd="0" presId="urn:microsoft.com/office/officeart/2005/8/layout/vProcess5"/>
    <dgm:cxn modelId="{4E6C7A31-5A05-4CA1-92B5-3F53336E7D8D}" type="presParOf" srcId="{B526EDF3-F3D1-4801-B4D2-02FD604BE154}" destId="{01FFD823-4789-4CDC-84CA-F36118F5317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8B46AC-3B96-4A40-B88C-DD08FF43297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E19E573-901D-4581-B2E5-2D57E7E377E3}">
      <dgm:prSet/>
      <dgm:spPr/>
      <dgm:t>
        <a:bodyPr/>
        <a:lstStyle/>
        <a:p>
          <a:pPr>
            <a:defRPr cap="all"/>
          </a:pPr>
          <a:r>
            <a:rPr lang="en-US"/>
            <a:t>All have sinned and fall short of God's glory.</a:t>
          </a:r>
        </a:p>
      </dgm:t>
    </dgm:pt>
    <dgm:pt modelId="{F99B4164-B75F-4F3A-B0C0-34FD16730C30}" type="parTrans" cxnId="{E5706892-AD5B-4484-A365-D991562AC3B4}">
      <dgm:prSet/>
      <dgm:spPr/>
      <dgm:t>
        <a:bodyPr/>
        <a:lstStyle/>
        <a:p>
          <a:endParaRPr lang="en-US"/>
        </a:p>
      </dgm:t>
    </dgm:pt>
    <dgm:pt modelId="{6403A2CB-081A-4A9D-A071-D90EFA967587}" type="sibTrans" cxnId="{E5706892-AD5B-4484-A365-D991562AC3B4}">
      <dgm:prSet/>
      <dgm:spPr/>
      <dgm:t>
        <a:bodyPr/>
        <a:lstStyle/>
        <a:p>
          <a:endParaRPr lang="en-US"/>
        </a:p>
      </dgm:t>
    </dgm:pt>
    <dgm:pt modelId="{E9CFE0CE-A8B4-4A82-A173-64ED1678A490}">
      <dgm:prSet/>
      <dgm:spPr/>
      <dgm:t>
        <a:bodyPr/>
        <a:lstStyle/>
        <a:p>
          <a:pPr>
            <a:defRPr cap="all"/>
          </a:pPr>
          <a:r>
            <a:rPr lang="en-US"/>
            <a:t>Sin separates us from God and reveals our need for grace.</a:t>
          </a:r>
        </a:p>
      </dgm:t>
    </dgm:pt>
    <dgm:pt modelId="{510B5C00-6EF0-4624-AA75-EE04B0E7BE95}" type="parTrans" cxnId="{30F49EA0-8C8E-450F-AF99-B6E7CB1E1402}">
      <dgm:prSet/>
      <dgm:spPr/>
      <dgm:t>
        <a:bodyPr/>
        <a:lstStyle/>
        <a:p>
          <a:endParaRPr lang="en-US"/>
        </a:p>
      </dgm:t>
    </dgm:pt>
    <dgm:pt modelId="{65CC41EA-0F8C-4557-BFE1-D282EB58ED02}" type="sibTrans" cxnId="{30F49EA0-8C8E-450F-AF99-B6E7CB1E1402}">
      <dgm:prSet/>
      <dgm:spPr/>
      <dgm:t>
        <a:bodyPr/>
        <a:lstStyle/>
        <a:p>
          <a:endParaRPr lang="en-US"/>
        </a:p>
      </dgm:t>
    </dgm:pt>
    <dgm:pt modelId="{001F803C-56DD-4E1F-8465-7F1EB173C225}">
      <dgm:prSet/>
      <dgm:spPr/>
      <dgm:t>
        <a:bodyPr/>
        <a:lstStyle/>
        <a:p>
          <a:pPr>
            <a:defRPr cap="all"/>
          </a:pPr>
          <a:r>
            <a:rPr lang="en-US"/>
            <a:t>Key Idea: Awareness of sin brings humility and dependence on God.</a:t>
          </a:r>
        </a:p>
      </dgm:t>
    </dgm:pt>
    <dgm:pt modelId="{17CB0C7D-4BE4-4585-BDF9-3B704C5B9CF1}" type="parTrans" cxnId="{6265AAE1-6261-4B69-B4DB-E23236DA9F31}">
      <dgm:prSet/>
      <dgm:spPr/>
      <dgm:t>
        <a:bodyPr/>
        <a:lstStyle/>
        <a:p>
          <a:endParaRPr lang="en-US"/>
        </a:p>
      </dgm:t>
    </dgm:pt>
    <dgm:pt modelId="{04629149-D677-4A26-8285-297776452262}" type="sibTrans" cxnId="{6265AAE1-6261-4B69-B4DB-E23236DA9F31}">
      <dgm:prSet/>
      <dgm:spPr/>
      <dgm:t>
        <a:bodyPr/>
        <a:lstStyle/>
        <a:p>
          <a:endParaRPr lang="en-US"/>
        </a:p>
      </dgm:t>
    </dgm:pt>
    <dgm:pt modelId="{8ECBF838-9C42-420C-9E2E-88EB76842B2A}" type="pres">
      <dgm:prSet presAssocID="{058B46AC-3B96-4A40-B88C-DD08FF432972}" presName="outerComposite" presStyleCnt="0">
        <dgm:presLayoutVars>
          <dgm:chMax val="5"/>
          <dgm:dir/>
          <dgm:resizeHandles val="exact"/>
        </dgm:presLayoutVars>
      </dgm:prSet>
      <dgm:spPr/>
    </dgm:pt>
    <dgm:pt modelId="{358778B8-95F8-434A-8F75-D25EB88837DB}" type="pres">
      <dgm:prSet presAssocID="{058B46AC-3B96-4A40-B88C-DD08FF432972}" presName="dummyMaxCanvas" presStyleCnt="0">
        <dgm:presLayoutVars/>
      </dgm:prSet>
      <dgm:spPr/>
    </dgm:pt>
    <dgm:pt modelId="{1199512C-6657-4BF5-9A81-EA7B5A3726D2}" type="pres">
      <dgm:prSet presAssocID="{058B46AC-3B96-4A40-B88C-DD08FF432972}" presName="ThreeNodes_1" presStyleLbl="node1" presStyleIdx="0" presStyleCnt="3">
        <dgm:presLayoutVars>
          <dgm:bulletEnabled val="1"/>
        </dgm:presLayoutVars>
      </dgm:prSet>
      <dgm:spPr/>
    </dgm:pt>
    <dgm:pt modelId="{24B08FC0-1936-4587-BF95-488E7883C91B}" type="pres">
      <dgm:prSet presAssocID="{058B46AC-3B96-4A40-B88C-DD08FF432972}" presName="ThreeNodes_2" presStyleLbl="node1" presStyleIdx="1" presStyleCnt="3">
        <dgm:presLayoutVars>
          <dgm:bulletEnabled val="1"/>
        </dgm:presLayoutVars>
      </dgm:prSet>
      <dgm:spPr/>
    </dgm:pt>
    <dgm:pt modelId="{484FF6CD-2ED6-4B03-9C68-85E05DCCB7E1}" type="pres">
      <dgm:prSet presAssocID="{058B46AC-3B96-4A40-B88C-DD08FF432972}" presName="ThreeNodes_3" presStyleLbl="node1" presStyleIdx="2" presStyleCnt="3">
        <dgm:presLayoutVars>
          <dgm:bulletEnabled val="1"/>
        </dgm:presLayoutVars>
      </dgm:prSet>
      <dgm:spPr/>
    </dgm:pt>
    <dgm:pt modelId="{C1849BFF-64AC-4DC9-B402-1D2454EF45BA}" type="pres">
      <dgm:prSet presAssocID="{058B46AC-3B96-4A40-B88C-DD08FF432972}" presName="ThreeConn_1-2" presStyleLbl="fgAccFollowNode1" presStyleIdx="0" presStyleCnt="2">
        <dgm:presLayoutVars>
          <dgm:bulletEnabled val="1"/>
        </dgm:presLayoutVars>
      </dgm:prSet>
      <dgm:spPr/>
    </dgm:pt>
    <dgm:pt modelId="{A547384A-E5F4-49FB-AD2F-0E9EC95B1E4F}" type="pres">
      <dgm:prSet presAssocID="{058B46AC-3B96-4A40-B88C-DD08FF432972}" presName="ThreeConn_2-3" presStyleLbl="fgAccFollowNode1" presStyleIdx="1" presStyleCnt="2">
        <dgm:presLayoutVars>
          <dgm:bulletEnabled val="1"/>
        </dgm:presLayoutVars>
      </dgm:prSet>
      <dgm:spPr/>
    </dgm:pt>
    <dgm:pt modelId="{C3D5A064-00EB-416D-95AD-DA74EEE6ED74}" type="pres">
      <dgm:prSet presAssocID="{058B46AC-3B96-4A40-B88C-DD08FF432972}" presName="ThreeNodes_1_text" presStyleLbl="node1" presStyleIdx="2" presStyleCnt="3">
        <dgm:presLayoutVars>
          <dgm:bulletEnabled val="1"/>
        </dgm:presLayoutVars>
      </dgm:prSet>
      <dgm:spPr/>
    </dgm:pt>
    <dgm:pt modelId="{6E8814E9-6EA0-4558-846F-4F2B9A770ED5}" type="pres">
      <dgm:prSet presAssocID="{058B46AC-3B96-4A40-B88C-DD08FF432972}" presName="ThreeNodes_2_text" presStyleLbl="node1" presStyleIdx="2" presStyleCnt="3">
        <dgm:presLayoutVars>
          <dgm:bulletEnabled val="1"/>
        </dgm:presLayoutVars>
      </dgm:prSet>
      <dgm:spPr/>
    </dgm:pt>
    <dgm:pt modelId="{6307F366-F286-4774-81C5-1D5ADADABBF3}" type="pres">
      <dgm:prSet presAssocID="{058B46AC-3B96-4A40-B88C-DD08FF43297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13F6F0D-05D2-4F05-A4FA-C06A7CE8F163}" type="presOf" srcId="{6403A2CB-081A-4A9D-A071-D90EFA967587}" destId="{C1849BFF-64AC-4DC9-B402-1D2454EF45BA}" srcOrd="0" destOrd="0" presId="urn:microsoft.com/office/officeart/2005/8/layout/vProcess5"/>
    <dgm:cxn modelId="{7D630643-00C9-4734-A2C2-BDA1D12A01E1}" type="presOf" srcId="{65CC41EA-0F8C-4557-BFE1-D282EB58ED02}" destId="{A547384A-E5F4-49FB-AD2F-0E9EC95B1E4F}" srcOrd="0" destOrd="0" presId="urn:microsoft.com/office/officeart/2005/8/layout/vProcess5"/>
    <dgm:cxn modelId="{16BA584E-E91F-4613-BA04-A81957188410}" type="presOf" srcId="{001F803C-56DD-4E1F-8465-7F1EB173C225}" destId="{6307F366-F286-4774-81C5-1D5ADADABBF3}" srcOrd="1" destOrd="0" presId="urn:microsoft.com/office/officeart/2005/8/layout/vProcess5"/>
    <dgm:cxn modelId="{DC2BEB59-D5BF-4C7D-8A1D-800F5BDDAF9F}" type="presOf" srcId="{E9CFE0CE-A8B4-4A82-A173-64ED1678A490}" destId="{6E8814E9-6EA0-4558-846F-4F2B9A770ED5}" srcOrd="1" destOrd="0" presId="urn:microsoft.com/office/officeart/2005/8/layout/vProcess5"/>
    <dgm:cxn modelId="{83B8A37C-F7C4-4E2D-9144-4B0D85C4BD35}" type="presOf" srcId="{1E19E573-901D-4581-B2E5-2D57E7E377E3}" destId="{1199512C-6657-4BF5-9A81-EA7B5A3726D2}" srcOrd="0" destOrd="0" presId="urn:microsoft.com/office/officeart/2005/8/layout/vProcess5"/>
    <dgm:cxn modelId="{E5706892-AD5B-4484-A365-D991562AC3B4}" srcId="{058B46AC-3B96-4A40-B88C-DD08FF432972}" destId="{1E19E573-901D-4581-B2E5-2D57E7E377E3}" srcOrd="0" destOrd="0" parTransId="{F99B4164-B75F-4F3A-B0C0-34FD16730C30}" sibTransId="{6403A2CB-081A-4A9D-A071-D90EFA967587}"/>
    <dgm:cxn modelId="{D41C5599-8994-4AF4-AA14-EC31BC197F2E}" type="presOf" srcId="{E9CFE0CE-A8B4-4A82-A173-64ED1678A490}" destId="{24B08FC0-1936-4587-BF95-488E7883C91B}" srcOrd="0" destOrd="0" presId="urn:microsoft.com/office/officeart/2005/8/layout/vProcess5"/>
    <dgm:cxn modelId="{30F49EA0-8C8E-450F-AF99-B6E7CB1E1402}" srcId="{058B46AC-3B96-4A40-B88C-DD08FF432972}" destId="{E9CFE0CE-A8B4-4A82-A173-64ED1678A490}" srcOrd="1" destOrd="0" parTransId="{510B5C00-6EF0-4624-AA75-EE04B0E7BE95}" sibTransId="{65CC41EA-0F8C-4557-BFE1-D282EB58ED02}"/>
    <dgm:cxn modelId="{2BB6CCC0-E8B6-405D-B41C-456D60D5D182}" type="presOf" srcId="{058B46AC-3B96-4A40-B88C-DD08FF432972}" destId="{8ECBF838-9C42-420C-9E2E-88EB76842B2A}" srcOrd="0" destOrd="0" presId="urn:microsoft.com/office/officeart/2005/8/layout/vProcess5"/>
    <dgm:cxn modelId="{45A8B1CB-41F1-43E5-A24A-20643E380279}" type="presOf" srcId="{1E19E573-901D-4581-B2E5-2D57E7E377E3}" destId="{C3D5A064-00EB-416D-95AD-DA74EEE6ED74}" srcOrd="1" destOrd="0" presId="urn:microsoft.com/office/officeart/2005/8/layout/vProcess5"/>
    <dgm:cxn modelId="{6265AAE1-6261-4B69-B4DB-E23236DA9F31}" srcId="{058B46AC-3B96-4A40-B88C-DD08FF432972}" destId="{001F803C-56DD-4E1F-8465-7F1EB173C225}" srcOrd="2" destOrd="0" parTransId="{17CB0C7D-4BE4-4585-BDF9-3B704C5B9CF1}" sibTransId="{04629149-D677-4A26-8285-297776452262}"/>
    <dgm:cxn modelId="{C4B4F4E9-9CEF-4517-919D-D23D4D633F0C}" type="presOf" srcId="{001F803C-56DD-4E1F-8465-7F1EB173C225}" destId="{484FF6CD-2ED6-4B03-9C68-85E05DCCB7E1}" srcOrd="0" destOrd="0" presId="urn:microsoft.com/office/officeart/2005/8/layout/vProcess5"/>
    <dgm:cxn modelId="{B2774AEB-9462-4010-98AE-6B8AB3533D73}" type="presParOf" srcId="{8ECBF838-9C42-420C-9E2E-88EB76842B2A}" destId="{358778B8-95F8-434A-8F75-D25EB88837DB}" srcOrd="0" destOrd="0" presId="urn:microsoft.com/office/officeart/2005/8/layout/vProcess5"/>
    <dgm:cxn modelId="{0EB552DD-5866-461E-AE13-233710570D91}" type="presParOf" srcId="{8ECBF838-9C42-420C-9E2E-88EB76842B2A}" destId="{1199512C-6657-4BF5-9A81-EA7B5A3726D2}" srcOrd="1" destOrd="0" presId="urn:microsoft.com/office/officeart/2005/8/layout/vProcess5"/>
    <dgm:cxn modelId="{2F11B298-B844-44D8-9C7D-5850D89A4608}" type="presParOf" srcId="{8ECBF838-9C42-420C-9E2E-88EB76842B2A}" destId="{24B08FC0-1936-4587-BF95-488E7883C91B}" srcOrd="2" destOrd="0" presId="urn:microsoft.com/office/officeart/2005/8/layout/vProcess5"/>
    <dgm:cxn modelId="{DBD470F1-B3A4-4B40-B1B6-DFDA69C1AAA5}" type="presParOf" srcId="{8ECBF838-9C42-420C-9E2E-88EB76842B2A}" destId="{484FF6CD-2ED6-4B03-9C68-85E05DCCB7E1}" srcOrd="3" destOrd="0" presId="urn:microsoft.com/office/officeart/2005/8/layout/vProcess5"/>
    <dgm:cxn modelId="{C9406858-EC6B-46B5-AF45-DF3034DB12CB}" type="presParOf" srcId="{8ECBF838-9C42-420C-9E2E-88EB76842B2A}" destId="{C1849BFF-64AC-4DC9-B402-1D2454EF45BA}" srcOrd="4" destOrd="0" presId="urn:microsoft.com/office/officeart/2005/8/layout/vProcess5"/>
    <dgm:cxn modelId="{91DBC8F5-6274-448B-B86C-FD0A3B9CF1DF}" type="presParOf" srcId="{8ECBF838-9C42-420C-9E2E-88EB76842B2A}" destId="{A547384A-E5F4-49FB-AD2F-0E9EC95B1E4F}" srcOrd="5" destOrd="0" presId="urn:microsoft.com/office/officeart/2005/8/layout/vProcess5"/>
    <dgm:cxn modelId="{D49BF490-4320-406E-8796-FDC79C9F5881}" type="presParOf" srcId="{8ECBF838-9C42-420C-9E2E-88EB76842B2A}" destId="{C3D5A064-00EB-416D-95AD-DA74EEE6ED74}" srcOrd="6" destOrd="0" presId="urn:microsoft.com/office/officeart/2005/8/layout/vProcess5"/>
    <dgm:cxn modelId="{EF8763B5-D5ED-465B-AD03-9D6DB87D1B83}" type="presParOf" srcId="{8ECBF838-9C42-420C-9E2E-88EB76842B2A}" destId="{6E8814E9-6EA0-4558-846F-4F2B9A770ED5}" srcOrd="7" destOrd="0" presId="urn:microsoft.com/office/officeart/2005/8/layout/vProcess5"/>
    <dgm:cxn modelId="{DA3B1E13-0E6D-4D8C-96EB-C995CAC234B0}" type="presParOf" srcId="{8ECBF838-9C42-420C-9E2E-88EB76842B2A}" destId="{6307F366-F286-4774-81C5-1D5ADADABBF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1CD225-B77D-43D2-93E3-5224DB29787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EB7C99B-55E6-4653-BFC7-38B3AA56A67E}">
      <dgm:prSet/>
      <dgm:spPr/>
      <dgm:t>
        <a:bodyPr/>
        <a:lstStyle/>
        <a:p>
          <a:r>
            <a:rPr lang="en-US"/>
            <a:t>Sin’s wages are death; God’s gift is eternal life through Christ.</a:t>
          </a:r>
        </a:p>
      </dgm:t>
    </dgm:pt>
    <dgm:pt modelId="{F057AA34-FE66-489D-9A8E-D3128B7B11BF}" type="parTrans" cxnId="{3AFC728D-0EB1-420C-B5F3-48E9ECE1A130}">
      <dgm:prSet/>
      <dgm:spPr/>
      <dgm:t>
        <a:bodyPr/>
        <a:lstStyle/>
        <a:p>
          <a:endParaRPr lang="en-US"/>
        </a:p>
      </dgm:t>
    </dgm:pt>
    <dgm:pt modelId="{2B14274F-E95E-4DE0-9E70-8679FD018014}" type="sibTrans" cxnId="{3AFC728D-0EB1-420C-B5F3-48E9ECE1A130}">
      <dgm:prSet/>
      <dgm:spPr/>
      <dgm:t>
        <a:bodyPr/>
        <a:lstStyle/>
        <a:p>
          <a:endParaRPr lang="en-US"/>
        </a:p>
      </dgm:t>
    </dgm:pt>
    <dgm:pt modelId="{FB065950-B0CD-4E91-AD97-327C1F0D75DD}">
      <dgm:prSet/>
      <dgm:spPr/>
      <dgm:t>
        <a:bodyPr/>
        <a:lstStyle/>
        <a:p>
          <a:r>
            <a:rPr lang="en-US"/>
            <a:t>Wages are earned; gifts are given.</a:t>
          </a:r>
        </a:p>
      </dgm:t>
    </dgm:pt>
    <dgm:pt modelId="{7D1049CC-A235-4AC1-AE59-8565F7554A9F}" type="parTrans" cxnId="{523395A6-1677-48B0-8071-494D48CE80D1}">
      <dgm:prSet/>
      <dgm:spPr/>
      <dgm:t>
        <a:bodyPr/>
        <a:lstStyle/>
        <a:p>
          <a:endParaRPr lang="en-US"/>
        </a:p>
      </dgm:t>
    </dgm:pt>
    <dgm:pt modelId="{7640F4A4-875C-4A77-8E36-073F298E166F}" type="sibTrans" cxnId="{523395A6-1677-48B0-8071-494D48CE80D1}">
      <dgm:prSet/>
      <dgm:spPr/>
      <dgm:t>
        <a:bodyPr/>
        <a:lstStyle/>
        <a:p>
          <a:endParaRPr lang="en-US"/>
        </a:p>
      </dgm:t>
    </dgm:pt>
    <dgm:pt modelId="{1BE4F59A-B14D-47D4-9EA4-F765798B431E}">
      <dgm:prSet/>
      <dgm:spPr/>
      <dgm:t>
        <a:bodyPr/>
        <a:lstStyle/>
        <a:p>
          <a:r>
            <a:rPr lang="en-US"/>
            <a:t>Key Idea: Grace is undeserved and freely offered.</a:t>
          </a:r>
        </a:p>
      </dgm:t>
    </dgm:pt>
    <dgm:pt modelId="{E959E223-4E26-477E-A79F-30322634B5CF}" type="parTrans" cxnId="{08B87038-FB15-4709-882C-9484F065A344}">
      <dgm:prSet/>
      <dgm:spPr/>
      <dgm:t>
        <a:bodyPr/>
        <a:lstStyle/>
        <a:p>
          <a:endParaRPr lang="en-US"/>
        </a:p>
      </dgm:t>
    </dgm:pt>
    <dgm:pt modelId="{B167A1B2-EA8B-469F-80A7-DD87AA97E7DF}" type="sibTrans" cxnId="{08B87038-FB15-4709-882C-9484F065A344}">
      <dgm:prSet/>
      <dgm:spPr/>
      <dgm:t>
        <a:bodyPr/>
        <a:lstStyle/>
        <a:p>
          <a:endParaRPr lang="en-US"/>
        </a:p>
      </dgm:t>
    </dgm:pt>
    <dgm:pt modelId="{3C8457CE-0353-477A-ABFE-E90653BA12D0}" type="pres">
      <dgm:prSet presAssocID="{601CD225-B77D-43D2-93E3-5224DB297875}" presName="outerComposite" presStyleCnt="0">
        <dgm:presLayoutVars>
          <dgm:chMax val="5"/>
          <dgm:dir/>
          <dgm:resizeHandles val="exact"/>
        </dgm:presLayoutVars>
      </dgm:prSet>
      <dgm:spPr/>
    </dgm:pt>
    <dgm:pt modelId="{3ADD9BCA-05AC-4F06-90FE-394B7B3B97CF}" type="pres">
      <dgm:prSet presAssocID="{601CD225-B77D-43D2-93E3-5224DB297875}" presName="dummyMaxCanvas" presStyleCnt="0">
        <dgm:presLayoutVars/>
      </dgm:prSet>
      <dgm:spPr/>
    </dgm:pt>
    <dgm:pt modelId="{E04F8A55-09B2-4FCB-A349-E3E27D40DCD6}" type="pres">
      <dgm:prSet presAssocID="{601CD225-B77D-43D2-93E3-5224DB297875}" presName="ThreeNodes_1" presStyleLbl="node1" presStyleIdx="0" presStyleCnt="3">
        <dgm:presLayoutVars>
          <dgm:bulletEnabled val="1"/>
        </dgm:presLayoutVars>
      </dgm:prSet>
      <dgm:spPr/>
    </dgm:pt>
    <dgm:pt modelId="{C8492D1F-019B-495C-B093-842D5260F319}" type="pres">
      <dgm:prSet presAssocID="{601CD225-B77D-43D2-93E3-5224DB297875}" presName="ThreeNodes_2" presStyleLbl="node1" presStyleIdx="1" presStyleCnt="3">
        <dgm:presLayoutVars>
          <dgm:bulletEnabled val="1"/>
        </dgm:presLayoutVars>
      </dgm:prSet>
      <dgm:spPr/>
    </dgm:pt>
    <dgm:pt modelId="{61EED9F0-A51F-4837-B269-DCE45B01C1C3}" type="pres">
      <dgm:prSet presAssocID="{601CD225-B77D-43D2-93E3-5224DB297875}" presName="ThreeNodes_3" presStyleLbl="node1" presStyleIdx="2" presStyleCnt="3">
        <dgm:presLayoutVars>
          <dgm:bulletEnabled val="1"/>
        </dgm:presLayoutVars>
      </dgm:prSet>
      <dgm:spPr/>
    </dgm:pt>
    <dgm:pt modelId="{8CF97DE8-46BD-485D-B71D-308FF9E9B42A}" type="pres">
      <dgm:prSet presAssocID="{601CD225-B77D-43D2-93E3-5224DB297875}" presName="ThreeConn_1-2" presStyleLbl="fgAccFollowNode1" presStyleIdx="0" presStyleCnt="2">
        <dgm:presLayoutVars>
          <dgm:bulletEnabled val="1"/>
        </dgm:presLayoutVars>
      </dgm:prSet>
      <dgm:spPr/>
    </dgm:pt>
    <dgm:pt modelId="{4C9F10D3-630E-4F35-A0F2-5273BCB60CAE}" type="pres">
      <dgm:prSet presAssocID="{601CD225-B77D-43D2-93E3-5224DB297875}" presName="ThreeConn_2-3" presStyleLbl="fgAccFollowNode1" presStyleIdx="1" presStyleCnt="2">
        <dgm:presLayoutVars>
          <dgm:bulletEnabled val="1"/>
        </dgm:presLayoutVars>
      </dgm:prSet>
      <dgm:spPr/>
    </dgm:pt>
    <dgm:pt modelId="{09D93F88-9DD1-4D4E-9B92-E07DF2753B12}" type="pres">
      <dgm:prSet presAssocID="{601CD225-B77D-43D2-93E3-5224DB297875}" presName="ThreeNodes_1_text" presStyleLbl="node1" presStyleIdx="2" presStyleCnt="3">
        <dgm:presLayoutVars>
          <dgm:bulletEnabled val="1"/>
        </dgm:presLayoutVars>
      </dgm:prSet>
      <dgm:spPr/>
    </dgm:pt>
    <dgm:pt modelId="{3A992D9F-243E-4FF0-997B-A84A6385072C}" type="pres">
      <dgm:prSet presAssocID="{601CD225-B77D-43D2-93E3-5224DB297875}" presName="ThreeNodes_2_text" presStyleLbl="node1" presStyleIdx="2" presStyleCnt="3">
        <dgm:presLayoutVars>
          <dgm:bulletEnabled val="1"/>
        </dgm:presLayoutVars>
      </dgm:prSet>
      <dgm:spPr/>
    </dgm:pt>
    <dgm:pt modelId="{45EE3086-C6A9-4EC5-970E-97236CCDF958}" type="pres">
      <dgm:prSet presAssocID="{601CD225-B77D-43D2-93E3-5224DB29787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40E380F-6961-4DCD-914E-A931D90D38F3}" type="presOf" srcId="{601CD225-B77D-43D2-93E3-5224DB297875}" destId="{3C8457CE-0353-477A-ABFE-E90653BA12D0}" srcOrd="0" destOrd="0" presId="urn:microsoft.com/office/officeart/2005/8/layout/vProcess5"/>
    <dgm:cxn modelId="{518DDE16-98B2-47CA-9AF3-959E8512A4E0}" type="presOf" srcId="{FB065950-B0CD-4E91-AD97-327C1F0D75DD}" destId="{C8492D1F-019B-495C-B093-842D5260F319}" srcOrd="0" destOrd="0" presId="urn:microsoft.com/office/officeart/2005/8/layout/vProcess5"/>
    <dgm:cxn modelId="{8B1C2618-2330-4B9B-80ED-7D8EDAF177AD}" type="presOf" srcId="{FB065950-B0CD-4E91-AD97-327C1F0D75DD}" destId="{3A992D9F-243E-4FF0-997B-A84A6385072C}" srcOrd="1" destOrd="0" presId="urn:microsoft.com/office/officeart/2005/8/layout/vProcess5"/>
    <dgm:cxn modelId="{82596337-805B-4874-9D99-D66241A4E28B}" type="presOf" srcId="{3EB7C99B-55E6-4653-BFC7-38B3AA56A67E}" destId="{E04F8A55-09B2-4FCB-A349-E3E27D40DCD6}" srcOrd="0" destOrd="0" presId="urn:microsoft.com/office/officeart/2005/8/layout/vProcess5"/>
    <dgm:cxn modelId="{08B87038-FB15-4709-882C-9484F065A344}" srcId="{601CD225-B77D-43D2-93E3-5224DB297875}" destId="{1BE4F59A-B14D-47D4-9EA4-F765798B431E}" srcOrd="2" destOrd="0" parTransId="{E959E223-4E26-477E-A79F-30322634B5CF}" sibTransId="{B167A1B2-EA8B-469F-80A7-DD87AA97E7DF}"/>
    <dgm:cxn modelId="{0021423B-7B63-4447-B3B2-DD31CE923568}" type="presOf" srcId="{1BE4F59A-B14D-47D4-9EA4-F765798B431E}" destId="{45EE3086-C6A9-4EC5-970E-97236CCDF958}" srcOrd="1" destOrd="0" presId="urn:microsoft.com/office/officeart/2005/8/layout/vProcess5"/>
    <dgm:cxn modelId="{9E5B615B-F782-4C6E-B9E0-413D0D5CFDA1}" type="presOf" srcId="{7640F4A4-875C-4A77-8E36-073F298E166F}" destId="{4C9F10D3-630E-4F35-A0F2-5273BCB60CAE}" srcOrd="0" destOrd="0" presId="urn:microsoft.com/office/officeart/2005/8/layout/vProcess5"/>
    <dgm:cxn modelId="{BF65904D-3DBF-47E4-A770-8DB377428769}" type="presOf" srcId="{2B14274F-E95E-4DE0-9E70-8679FD018014}" destId="{8CF97DE8-46BD-485D-B71D-308FF9E9B42A}" srcOrd="0" destOrd="0" presId="urn:microsoft.com/office/officeart/2005/8/layout/vProcess5"/>
    <dgm:cxn modelId="{2A313870-CB2A-4C7B-BBE3-0FBB5D0E6196}" type="presOf" srcId="{3EB7C99B-55E6-4653-BFC7-38B3AA56A67E}" destId="{09D93F88-9DD1-4D4E-9B92-E07DF2753B12}" srcOrd="1" destOrd="0" presId="urn:microsoft.com/office/officeart/2005/8/layout/vProcess5"/>
    <dgm:cxn modelId="{3AFC728D-0EB1-420C-B5F3-48E9ECE1A130}" srcId="{601CD225-B77D-43D2-93E3-5224DB297875}" destId="{3EB7C99B-55E6-4653-BFC7-38B3AA56A67E}" srcOrd="0" destOrd="0" parTransId="{F057AA34-FE66-489D-9A8E-D3128B7B11BF}" sibTransId="{2B14274F-E95E-4DE0-9E70-8679FD018014}"/>
    <dgm:cxn modelId="{523395A6-1677-48B0-8071-494D48CE80D1}" srcId="{601CD225-B77D-43D2-93E3-5224DB297875}" destId="{FB065950-B0CD-4E91-AD97-327C1F0D75DD}" srcOrd="1" destOrd="0" parTransId="{7D1049CC-A235-4AC1-AE59-8565F7554A9F}" sibTransId="{7640F4A4-875C-4A77-8E36-073F298E166F}"/>
    <dgm:cxn modelId="{259121DE-4D34-4858-9F0E-7636FEDB15D0}" type="presOf" srcId="{1BE4F59A-B14D-47D4-9EA4-F765798B431E}" destId="{61EED9F0-A51F-4837-B269-DCE45B01C1C3}" srcOrd="0" destOrd="0" presId="urn:microsoft.com/office/officeart/2005/8/layout/vProcess5"/>
    <dgm:cxn modelId="{C7768D4E-8853-4B74-B664-709E2458A44E}" type="presParOf" srcId="{3C8457CE-0353-477A-ABFE-E90653BA12D0}" destId="{3ADD9BCA-05AC-4F06-90FE-394B7B3B97CF}" srcOrd="0" destOrd="0" presId="urn:microsoft.com/office/officeart/2005/8/layout/vProcess5"/>
    <dgm:cxn modelId="{D3194406-27D8-43B0-AC8C-4DAD5347AC45}" type="presParOf" srcId="{3C8457CE-0353-477A-ABFE-E90653BA12D0}" destId="{E04F8A55-09B2-4FCB-A349-E3E27D40DCD6}" srcOrd="1" destOrd="0" presId="urn:microsoft.com/office/officeart/2005/8/layout/vProcess5"/>
    <dgm:cxn modelId="{324858CD-B9F9-4621-8494-800C918A79F2}" type="presParOf" srcId="{3C8457CE-0353-477A-ABFE-E90653BA12D0}" destId="{C8492D1F-019B-495C-B093-842D5260F319}" srcOrd="2" destOrd="0" presId="urn:microsoft.com/office/officeart/2005/8/layout/vProcess5"/>
    <dgm:cxn modelId="{579FDA88-298A-44D9-9D57-CA4C2F7703DC}" type="presParOf" srcId="{3C8457CE-0353-477A-ABFE-E90653BA12D0}" destId="{61EED9F0-A51F-4837-B269-DCE45B01C1C3}" srcOrd="3" destOrd="0" presId="urn:microsoft.com/office/officeart/2005/8/layout/vProcess5"/>
    <dgm:cxn modelId="{D8BAF950-5C2B-45F0-8443-30C282A120C9}" type="presParOf" srcId="{3C8457CE-0353-477A-ABFE-E90653BA12D0}" destId="{8CF97DE8-46BD-485D-B71D-308FF9E9B42A}" srcOrd="4" destOrd="0" presId="urn:microsoft.com/office/officeart/2005/8/layout/vProcess5"/>
    <dgm:cxn modelId="{182CC367-4FEF-42C9-ABC8-75766515A632}" type="presParOf" srcId="{3C8457CE-0353-477A-ABFE-E90653BA12D0}" destId="{4C9F10D3-630E-4F35-A0F2-5273BCB60CAE}" srcOrd="5" destOrd="0" presId="urn:microsoft.com/office/officeart/2005/8/layout/vProcess5"/>
    <dgm:cxn modelId="{15BECF05-886A-4D23-A495-446F42119B2E}" type="presParOf" srcId="{3C8457CE-0353-477A-ABFE-E90653BA12D0}" destId="{09D93F88-9DD1-4D4E-9B92-E07DF2753B12}" srcOrd="6" destOrd="0" presId="urn:microsoft.com/office/officeart/2005/8/layout/vProcess5"/>
    <dgm:cxn modelId="{2A792119-CD3F-41C6-B890-9467F55195AB}" type="presParOf" srcId="{3C8457CE-0353-477A-ABFE-E90653BA12D0}" destId="{3A992D9F-243E-4FF0-997B-A84A6385072C}" srcOrd="7" destOrd="0" presId="urn:microsoft.com/office/officeart/2005/8/layout/vProcess5"/>
    <dgm:cxn modelId="{55219121-87FB-4DFB-8CF2-3CBF521650CE}" type="presParOf" srcId="{3C8457CE-0353-477A-ABFE-E90653BA12D0}" destId="{45EE3086-C6A9-4EC5-970E-97236CCDF95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EC735B-4E70-467E-91C7-A4C5296E20A8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984F3DE-E959-4C17-9A4C-FC7BBC099DDB}">
      <dgm:prSet/>
      <dgm:spPr/>
      <dgm:t>
        <a:bodyPr/>
        <a:lstStyle/>
        <a:p>
          <a:r>
            <a:rPr lang="en-US"/>
            <a:t>God demonstrated His love through Christ’s death on the cross.</a:t>
          </a:r>
        </a:p>
      </dgm:t>
    </dgm:pt>
    <dgm:pt modelId="{B1E2B534-4763-40F6-85BE-95E47D27D8D8}" type="parTrans" cxnId="{E53B8DEE-3747-4218-9D97-F9B6391351EE}">
      <dgm:prSet/>
      <dgm:spPr/>
      <dgm:t>
        <a:bodyPr/>
        <a:lstStyle/>
        <a:p>
          <a:endParaRPr lang="en-US"/>
        </a:p>
      </dgm:t>
    </dgm:pt>
    <dgm:pt modelId="{74A094A2-DC96-4FA1-AC90-FFDDFA26FBC0}" type="sibTrans" cxnId="{E53B8DEE-3747-4218-9D97-F9B6391351EE}">
      <dgm:prSet/>
      <dgm:spPr/>
      <dgm:t>
        <a:bodyPr/>
        <a:lstStyle/>
        <a:p>
          <a:endParaRPr lang="en-US"/>
        </a:p>
      </dgm:t>
    </dgm:pt>
    <dgm:pt modelId="{0376B2DF-F174-4D53-8D1B-F832CD2C164B}">
      <dgm:prSet/>
      <dgm:spPr/>
      <dgm:t>
        <a:bodyPr/>
        <a:lstStyle/>
        <a:p>
          <a:r>
            <a:rPr lang="en-US"/>
            <a:t>Christ took our place, satisfying both justice and mercy.</a:t>
          </a:r>
        </a:p>
      </dgm:t>
    </dgm:pt>
    <dgm:pt modelId="{4DE3E410-175B-4216-844B-546C56C3B7CE}" type="parTrans" cxnId="{DBCAA8F7-AC90-4745-B6DE-48611AC441D3}">
      <dgm:prSet/>
      <dgm:spPr/>
      <dgm:t>
        <a:bodyPr/>
        <a:lstStyle/>
        <a:p>
          <a:endParaRPr lang="en-US"/>
        </a:p>
      </dgm:t>
    </dgm:pt>
    <dgm:pt modelId="{92A2D5CF-C80E-431E-8CE9-7C4C3A1CB295}" type="sibTrans" cxnId="{DBCAA8F7-AC90-4745-B6DE-48611AC441D3}">
      <dgm:prSet/>
      <dgm:spPr/>
      <dgm:t>
        <a:bodyPr/>
        <a:lstStyle/>
        <a:p>
          <a:endParaRPr lang="en-US"/>
        </a:p>
      </dgm:t>
    </dgm:pt>
    <dgm:pt modelId="{0D1356AF-8189-4D86-98A7-BC2C4FCAEF53}">
      <dgm:prSet/>
      <dgm:spPr/>
      <dgm:t>
        <a:bodyPr/>
        <a:lstStyle/>
        <a:p>
          <a:r>
            <a:rPr lang="en-US"/>
            <a:t>Key Idea: Love is proven in sacrifice.</a:t>
          </a:r>
        </a:p>
      </dgm:t>
    </dgm:pt>
    <dgm:pt modelId="{E50CA795-DD39-4071-9D9C-81BA90C978FC}" type="parTrans" cxnId="{D046A194-44EC-4DFC-B1F3-92B032E130BA}">
      <dgm:prSet/>
      <dgm:spPr/>
      <dgm:t>
        <a:bodyPr/>
        <a:lstStyle/>
        <a:p>
          <a:endParaRPr lang="en-US"/>
        </a:p>
      </dgm:t>
    </dgm:pt>
    <dgm:pt modelId="{FBC7DCC8-0C06-4A9D-ADDF-81A56FFCF174}" type="sibTrans" cxnId="{D046A194-44EC-4DFC-B1F3-92B032E130BA}">
      <dgm:prSet/>
      <dgm:spPr/>
      <dgm:t>
        <a:bodyPr/>
        <a:lstStyle/>
        <a:p>
          <a:endParaRPr lang="en-US"/>
        </a:p>
      </dgm:t>
    </dgm:pt>
    <dgm:pt modelId="{B8F342E9-5A24-4D2D-A94F-0E2B5E5E24C2}" type="pres">
      <dgm:prSet presAssocID="{22EC735B-4E70-467E-91C7-A4C5296E20A8}" presName="outerComposite" presStyleCnt="0">
        <dgm:presLayoutVars>
          <dgm:chMax val="5"/>
          <dgm:dir/>
          <dgm:resizeHandles val="exact"/>
        </dgm:presLayoutVars>
      </dgm:prSet>
      <dgm:spPr/>
    </dgm:pt>
    <dgm:pt modelId="{74DA4D68-1190-4569-82BE-8C80B70EEEAB}" type="pres">
      <dgm:prSet presAssocID="{22EC735B-4E70-467E-91C7-A4C5296E20A8}" presName="dummyMaxCanvas" presStyleCnt="0">
        <dgm:presLayoutVars/>
      </dgm:prSet>
      <dgm:spPr/>
    </dgm:pt>
    <dgm:pt modelId="{FB458D99-A114-4282-9E5F-7ED9589A3634}" type="pres">
      <dgm:prSet presAssocID="{22EC735B-4E70-467E-91C7-A4C5296E20A8}" presName="ThreeNodes_1" presStyleLbl="node1" presStyleIdx="0" presStyleCnt="3">
        <dgm:presLayoutVars>
          <dgm:bulletEnabled val="1"/>
        </dgm:presLayoutVars>
      </dgm:prSet>
      <dgm:spPr/>
    </dgm:pt>
    <dgm:pt modelId="{8C2126AF-0097-43F8-A65C-3239285716B4}" type="pres">
      <dgm:prSet presAssocID="{22EC735B-4E70-467E-91C7-A4C5296E20A8}" presName="ThreeNodes_2" presStyleLbl="node1" presStyleIdx="1" presStyleCnt="3">
        <dgm:presLayoutVars>
          <dgm:bulletEnabled val="1"/>
        </dgm:presLayoutVars>
      </dgm:prSet>
      <dgm:spPr/>
    </dgm:pt>
    <dgm:pt modelId="{187722D4-21FA-4150-B721-2C98FFD49FDA}" type="pres">
      <dgm:prSet presAssocID="{22EC735B-4E70-467E-91C7-A4C5296E20A8}" presName="ThreeNodes_3" presStyleLbl="node1" presStyleIdx="2" presStyleCnt="3">
        <dgm:presLayoutVars>
          <dgm:bulletEnabled val="1"/>
        </dgm:presLayoutVars>
      </dgm:prSet>
      <dgm:spPr/>
    </dgm:pt>
    <dgm:pt modelId="{C6CC64D7-2144-407C-8882-3B64F14AAAB6}" type="pres">
      <dgm:prSet presAssocID="{22EC735B-4E70-467E-91C7-A4C5296E20A8}" presName="ThreeConn_1-2" presStyleLbl="fgAccFollowNode1" presStyleIdx="0" presStyleCnt="2">
        <dgm:presLayoutVars>
          <dgm:bulletEnabled val="1"/>
        </dgm:presLayoutVars>
      </dgm:prSet>
      <dgm:spPr/>
    </dgm:pt>
    <dgm:pt modelId="{FFF1F8C3-B9D6-4B57-897F-9DD1AE31375B}" type="pres">
      <dgm:prSet presAssocID="{22EC735B-4E70-467E-91C7-A4C5296E20A8}" presName="ThreeConn_2-3" presStyleLbl="fgAccFollowNode1" presStyleIdx="1" presStyleCnt="2">
        <dgm:presLayoutVars>
          <dgm:bulletEnabled val="1"/>
        </dgm:presLayoutVars>
      </dgm:prSet>
      <dgm:spPr/>
    </dgm:pt>
    <dgm:pt modelId="{61CAC41A-9F36-429F-B77F-7080D11FB0C1}" type="pres">
      <dgm:prSet presAssocID="{22EC735B-4E70-467E-91C7-A4C5296E20A8}" presName="ThreeNodes_1_text" presStyleLbl="node1" presStyleIdx="2" presStyleCnt="3">
        <dgm:presLayoutVars>
          <dgm:bulletEnabled val="1"/>
        </dgm:presLayoutVars>
      </dgm:prSet>
      <dgm:spPr/>
    </dgm:pt>
    <dgm:pt modelId="{37CDE443-D45F-4DE4-BA60-84367C64182B}" type="pres">
      <dgm:prSet presAssocID="{22EC735B-4E70-467E-91C7-A4C5296E20A8}" presName="ThreeNodes_2_text" presStyleLbl="node1" presStyleIdx="2" presStyleCnt="3">
        <dgm:presLayoutVars>
          <dgm:bulletEnabled val="1"/>
        </dgm:presLayoutVars>
      </dgm:prSet>
      <dgm:spPr/>
    </dgm:pt>
    <dgm:pt modelId="{BAE1680D-B40D-48C2-BF43-CCE71854EC63}" type="pres">
      <dgm:prSet presAssocID="{22EC735B-4E70-467E-91C7-A4C5296E20A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3750367-56D0-47F4-BC30-7B2E970714CD}" type="presOf" srcId="{22EC735B-4E70-467E-91C7-A4C5296E20A8}" destId="{B8F342E9-5A24-4D2D-A94F-0E2B5E5E24C2}" srcOrd="0" destOrd="0" presId="urn:microsoft.com/office/officeart/2005/8/layout/vProcess5"/>
    <dgm:cxn modelId="{D5EEB64D-BDC7-43DA-AE99-ED2FC3DEA1FB}" type="presOf" srcId="{0376B2DF-F174-4D53-8D1B-F832CD2C164B}" destId="{37CDE443-D45F-4DE4-BA60-84367C64182B}" srcOrd="1" destOrd="0" presId="urn:microsoft.com/office/officeart/2005/8/layout/vProcess5"/>
    <dgm:cxn modelId="{BB7AAF55-79A0-4B11-8D59-65F03D74CCD7}" type="presOf" srcId="{74A094A2-DC96-4FA1-AC90-FFDDFA26FBC0}" destId="{C6CC64D7-2144-407C-8882-3B64F14AAAB6}" srcOrd="0" destOrd="0" presId="urn:microsoft.com/office/officeart/2005/8/layout/vProcess5"/>
    <dgm:cxn modelId="{9CD8A857-92AE-4899-B14B-774F359A9245}" type="presOf" srcId="{0D1356AF-8189-4D86-98A7-BC2C4FCAEF53}" destId="{187722D4-21FA-4150-B721-2C98FFD49FDA}" srcOrd="0" destOrd="0" presId="urn:microsoft.com/office/officeart/2005/8/layout/vProcess5"/>
    <dgm:cxn modelId="{B8022189-E4A6-4FD8-B515-044CFAC014EA}" type="presOf" srcId="{0D1356AF-8189-4D86-98A7-BC2C4FCAEF53}" destId="{BAE1680D-B40D-48C2-BF43-CCE71854EC63}" srcOrd="1" destOrd="0" presId="urn:microsoft.com/office/officeart/2005/8/layout/vProcess5"/>
    <dgm:cxn modelId="{AA6A2994-51B9-4290-8C48-AAD1F463F6B9}" type="presOf" srcId="{0376B2DF-F174-4D53-8D1B-F832CD2C164B}" destId="{8C2126AF-0097-43F8-A65C-3239285716B4}" srcOrd="0" destOrd="0" presId="urn:microsoft.com/office/officeart/2005/8/layout/vProcess5"/>
    <dgm:cxn modelId="{D046A194-44EC-4DFC-B1F3-92B032E130BA}" srcId="{22EC735B-4E70-467E-91C7-A4C5296E20A8}" destId="{0D1356AF-8189-4D86-98A7-BC2C4FCAEF53}" srcOrd="2" destOrd="0" parTransId="{E50CA795-DD39-4071-9D9C-81BA90C978FC}" sibTransId="{FBC7DCC8-0C06-4A9D-ADDF-81A56FFCF174}"/>
    <dgm:cxn modelId="{EF0947C7-DA7A-4C6C-85BF-9BCE53008A13}" type="presOf" srcId="{92A2D5CF-C80E-431E-8CE9-7C4C3A1CB295}" destId="{FFF1F8C3-B9D6-4B57-897F-9DD1AE31375B}" srcOrd="0" destOrd="0" presId="urn:microsoft.com/office/officeart/2005/8/layout/vProcess5"/>
    <dgm:cxn modelId="{B198B1CA-1147-4794-8268-7F769FE301C5}" type="presOf" srcId="{5984F3DE-E959-4C17-9A4C-FC7BBC099DDB}" destId="{61CAC41A-9F36-429F-B77F-7080D11FB0C1}" srcOrd="1" destOrd="0" presId="urn:microsoft.com/office/officeart/2005/8/layout/vProcess5"/>
    <dgm:cxn modelId="{E53B8DEE-3747-4218-9D97-F9B6391351EE}" srcId="{22EC735B-4E70-467E-91C7-A4C5296E20A8}" destId="{5984F3DE-E959-4C17-9A4C-FC7BBC099DDB}" srcOrd="0" destOrd="0" parTransId="{B1E2B534-4763-40F6-85BE-95E47D27D8D8}" sibTransId="{74A094A2-DC96-4FA1-AC90-FFDDFA26FBC0}"/>
    <dgm:cxn modelId="{EB4043F3-1B3F-479C-9D4C-5F6D5735B997}" type="presOf" srcId="{5984F3DE-E959-4C17-9A4C-FC7BBC099DDB}" destId="{FB458D99-A114-4282-9E5F-7ED9589A3634}" srcOrd="0" destOrd="0" presId="urn:microsoft.com/office/officeart/2005/8/layout/vProcess5"/>
    <dgm:cxn modelId="{DBCAA8F7-AC90-4745-B6DE-48611AC441D3}" srcId="{22EC735B-4E70-467E-91C7-A4C5296E20A8}" destId="{0376B2DF-F174-4D53-8D1B-F832CD2C164B}" srcOrd="1" destOrd="0" parTransId="{4DE3E410-175B-4216-844B-546C56C3B7CE}" sibTransId="{92A2D5CF-C80E-431E-8CE9-7C4C3A1CB295}"/>
    <dgm:cxn modelId="{A1C2FDD1-F10D-4150-8035-FFE56D9F6D92}" type="presParOf" srcId="{B8F342E9-5A24-4D2D-A94F-0E2B5E5E24C2}" destId="{74DA4D68-1190-4569-82BE-8C80B70EEEAB}" srcOrd="0" destOrd="0" presId="urn:microsoft.com/office/officeart/2005/8/layout/vProcess5"/>
    <dgm:cxn modelId="{9E1F6148-E978-4CBB-93C8-9B089A4DC66F}" type="presParOf" srcId="{B8F342E9-5A24-4D2D-A94F-0E2B5E5E24C2}" destId="{FB458D99-A114-4282-9E5F-7ED9589A3634}" srcOrd="1" destOrd="0" presId="urn:microsoft.com/office/officeart/2005/8/layout/vProcess5"/>
    <dgm:cxn modelId="{091A41C1-49E7-40E4-933C-6162E5ABE258}" type="presParOf" srcId="{B8F342E9-5A24-4D2D-A94F-0E2B5E5E24C2}" destId="{8C2126AF-0097-43F8-A65C-3239285716B4}" srcOrd="2" destOrd="0" presId="urn:microsoft.com/office/officeart/2005/8/layout/vProcess5"/>
    <dgm:cxn modelId="{CCC9F953-7A9D-43B5-9FB1-F6A5219165C3}" type="presParOf" srcId="{B8F342E9-5A24-4D2D-A94F-0E2B5E5E24C2}" destId="{187722D4-21FA-4150-B721-2C98FFD49FDA}" srcOrd="3" destOrd="0" presId="urn:microsoft.com/office/officeart/2005/8/layout/vProcess5"/>
    <dgm:cxn modelId="{644FE794-E169-4EB2-A65B-9354FED4C45E}" type="presParOf" srcId="{B8F342E9-5A24-4D2D-A94F-0E2B5E5E24C2}" destId="{C6CC64D7-2144-407C-8882-3B64F14AAAB6}" srcOrd="4" destOrd="0" presId="urn:microsoft.com/office/officeart/2005/8/layout/vProcess5"/>
    <dgm:cxn modelId="{83C56271-F059-4971-8FD5-8E9815FBEB04}" type="presParOf" srcId="{B8F342E9-5A24-4D2D-A94F-0E2B5E5E24C2}" destId="{FFF1F8C3-B9D6-4B57-897F-9DD1AE31375B}" srcOrd="5" destOrd="0" presId="urn:microsoft.com/office/officeart/2005/8/layout/vProcess5"/>
    <dgm:cxn modelId="{F5189B97-C633-4C95-91CD-27B2FB89DDA0}" type="presParOf" srcId="{B8F342E9-5A24-4D2D-A94F-0E2B5E5E24C2}" destId="{61CAC41A-9F36-429F-B77F-7080D11FB0C1}" srcOrd="6" destOrd="0" presId="urn:microsoft.com/office/officeart/2005/8/layout/vProcess5"/>
    <dgm:cxn modelId="{4855F469-4030-4687-950C-C9311D7B7427}" type="presParOf" srcId="{B8F342E9-5A24-4D2D-A94F-0E2B5E5E24C2}" destId="{37CDE443-D45F-4DE4-BA60-84367C64182B}" srcOrd="7" destOrd="0" presId="urn:microsoft.com/office/officeart/2005/8/layout/vProcess5"/>
    <dgm:cxn modelId="{FB746BEA-629B-4EC8-87DD-479BF69F276B}" type="presParOf" srcId="{B8F342E9-5A24-4D2D-A94F-0E2B5E5E24C2}" destId="{BAE1680D-B40D-48C2-BF43-CCE71854EC6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7BD48B9-A2E7-439C-A7EF-AF3E8C56C6D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B168D72-DF57-4367-8086-687700E32272}">
      <dgm:prSet/>
      <dgm:spPr/>
      <dgm:t>
        <a:bodyPr/>
        <a:lstStyle/>
        <a:p>
          <a:r>
            <a:rPr lang="en-US"/>
            <a:t>Salvation comes by confessing Jesus as Lord and believing in His resurrection.</a:t>
          </a:r>
        </a:p>
      </dgm:t>
    </dgm:pt>
    <dgm:pt modelId="{2313D9D1-5F0F-4466-ABB0-96DF67174453}" type="parTrans" cxnId="{4BEBB8F3-8831-45D4-80DB-7C4D2257DCE0}">
      <dgm:prSet/>
      <dgm:spPr/>
      <dgm:t>
        <a:bodyPr/>
        <a:lstStyle/>
        <a:p>
          <a:endParaRPr lang="en-US"/>
        </a:p>
      </dgm:t>
    </dgm:pt>
    <dgm:pt modelId="{0D7183EB-E067-4F1D-975A-13D6883B2F6B}" type="sibTrans" cxnId="{4BEBB8F3-8831-45D4-80DB-7C4D2257DCE0}">
      <dgm:prSet/>
      <dgm:spPr/>
      <dgm:t>
        <a:bodyPr/>
        <a:lstStyle/>
        <a:p>
          <a:endParaRPr lang="en-US"/>
        </a:p>
      </dgm:t>
    </dgm:pt>
    <dgm:pt modelId="{77C2184F-154D-43FC-BD01-CB17F799A203}">
      <dgm:prSet/>
      <dgm:spPr/>
      <dgm:t>
        <a:bodyPr/>
        <a:lstStyle/>
        <a:p>
          <a:r>
            <a:rPr lang="en-US"/>
            <a:t>Faith is active trust, not passive agreement.</a:t>
          </a:r>
        </a:p>
      </dgm:t>
    </dgm:pt>
    <dgm:pt modelId="{252923C8-3C2F-44C4-91C6-78BA85D9D24D}" type="parTrans" cxnId="{A8E43BE0-7852-4FA2-BCED-703A9A6D76EB}">
      <dgm:prSet/>
      <dgm:spPr/>
      <dgm:t>
        <a:bodyPr/>
        <a:lstStyle/>
        <a:p>
          <a:endParaRPr lang="en-US"/>
        </a:p>
      </dgm:t>
    </dgm:pt>
    <dgm:pt modelId="{E9D901C8-3296-489B-9D29-8466DA63B165}" type="sibTrans" cxnId="{A8E43BE0-7852-4FA2-BCED-703A9A6D76EB}">
      <dgm:prSet/>
      <dgm:spPr/>
      <dgm:t>
        <a:bodyPr/>
        <a:lstStyle/>
        <a:p>
          <a:endParaRPr lang="en-US"/>
        </a:p>
      </dgm:t>
    </dgm:pt>
    <dgm:pt modelId="{FA8063CE-DEAF-4B7D-982E-38C6CC32072C}">
      <dgm:prSet/>
      <dgm:spPr/>
      <dgm:t>
        <a:bodyPr/>
        <a:lstStyle/>
        <a:p>
          <a:r>
            <a:rPr lang="en-US"/>
            <a:t>Key Idea: Belief leads to transformation.</a:t>
          </a:r>
        </a:p>
      </dgm:t>
    </dgm:pt>
    <dgm:pt modelId="{7B75B195-8A77-41AF-B8C5-FE6C49F8F4D0}" type="parTrans" cxnId="{66BD83EC-8E6F-4221-8FD3-D06DC3250302}">
      <dgm:prSet/>
      <dgm:spPr/>
      <dgm:t>
        <a:bodyPr/>
        <a:lstStyle/>
        <a:p>
          <a:endParaRPr lang="en-US"/>
        </a:p>
      </dgm:t>
    </dgm:pt>
    <dgm:pt modelId="{5C2D100A-E0F4-4621-A6DE-A129BE3C4630}" type="sibTrans" cxnId="{66BD83EC-8E6F-4221-8FD3-D06DC3250302}">
      <dgm:prSet/>
      <dgm:spPr/>
      <dgm:t>
        <a:bodyPr/>
        <a:lstStyle/>
        <a:p>
          <a:endParaRPr lang="en-US"/>
        </a:p>
      </dgm:t>
    </dgm:pt>
    <dgm:pt modelId="{52EDBE55-643A-4077-889D-971501F7A6BD}" type="pres">
      <dgm:prSet presAssocID="{67BD48B9-A2E7-439C-A7EF-AF3E8C56C6DC}" presName="outerComposite" presStyleCnt="0">
        <dgm:presLayoutVars>
          <dgm:chMax val="5"/>
          <dgm:dir/>
          <dgm:resizeHandles val="exact"/>
        </dgm:presLayoutVars>
      </dgm:prSet>
      <dgm:spPr/>
    </dgm:pt>
    <dgm:pt modelId="{1B4BCE73-BEC8-4291-BCDD-27045E9AB8E6}" type="pres">
      <dgm:prSet presAssocID="{67BD48B9-A2E7-439C-A7EF-AF3E8C56C6DC}" presName="dummyMaxCanvas" presStyleCnt="0">
        <dgm:presLayoutVars/>
      </dgm:prSet>
      <dgm:spPr/>
    </dgm:pt>
    <dgm:pt modelId="{D07F6D07-2A8D-4119-99B4-78B4DAA85453}" type="pres">
      <dgm:prSet presAssocID="{67BD48B9-A2E7-439C-A7EF-AF3E8C56C6DC}" presName="ThreeNodes_1" presStyleLbl="node1" presStyleIdx="0" presStyleCnt="3">
        <dgm:presLayoutVars>
          <dgm:bulletEnabled val="1"/>
        </dgm:presLayoutVars>
      </dgm:prSet>
      <dgm:spPr/>
    </dgm:pt>
    <dgm:pt modelId="{121558B7-28C5-47D9-A900-073639E522FE}" type="pres">
      <dgm:prSet presAssocID="{67BD48B9-A2E7-439C-A7EF-AF3E8C56C6DC}" presName="ThreeNodes_2" presStyleLbl="node1" presStyleIdx="1" presStyleCnt="3">
        <dgm:presLayoutVars>
          <dgm:bulletEnabled val="1"/>
        </dgm:presLayoutVars>
      </dgm:prSet>
      <dgm:spPr/>
    </dgm:pt>
    <dgm:pt modelId="{21E82F15-BD15-45FF-A410-2F67691BB87D}" type="pres">
      <dgm:prSet presAssocID="{67BD48B9-A2E7-439C-A7EF-AF3E8C56C6DC}" presName="ThreeNodes_3" presStyleLbl="node1" presStyleIdx="2" presStyleCnt="3">
        <dgm:presLayoutVars>
          <dgm:bulletEnabled val="1"/>
        </dgm:presLayoutVars>
      </dgm:prSet>
      <dgm:spPr/>
    </dgm:pt>
    <dgm:pt modelId="{D4484CB5-3850-469A-8EA0-705BA3F836FE}" type="pres">
      <dgm:prSet presAssocID="{67BD48B9-A2E7-439C-A7EF-AF3E8C56C6DC}" presName="ThreeConn_1-2" presStyleLbl="fgAccFollowNode1" presStyleIdx="0" presStyleCnt="2">
        <dgm:presLayoutVars>
          <dgm:bulletEnabled val="1"/>
        </dgm:presLayoutVars>
      </dgm:prSet>
      <dgm:spPr/>
    </dgm:pt>
    <dgm:pt modelId="{AFC3F1A6-AA57-47F0-B7AE-39FE4E32483D}" type="pres">
      <dgm:prSet presAssocID="{67BD48B9-A2E7-439C-A7EF-AF3E8C56C6DC}" presName="ThreeConn_2-3" presStyleLbl="fgAccFollowNode1" presStyleIdx="1" presStyleCnt="2">
        <dgm:presLayoutVars>
          <dgm:bulletEnabled val="1"/>
        </dgm:presLayoutVars>
      </dgm:prSet>
      <dgm:spPr/>
    </dgm:pt>
    <dgm:pt modelId="{7F93EFA9-6FD1-4FF1-9F2B-525CD8F36BFA}" type="pres">
      <dgm:prSet presAssocID="{67BD48B9-A2E7-439C-A7EF-AF3E8C56C6DC}" presName="ThreeNodes_1_text" presStyleLbl="node1" presStyleIdx="2" presStyleCnt="3">
        <dgm:presLayoutVars>
          <dgm:bulletEnabled val="1"/>
        </dgm:presLayoutVars>
      </dgm:prSet>
      <dgm:spPr/>
    </dgm:pt>
    <dgm:pt modelId="{56C1B668-3709-46E7-97A8-E3C0C4DE9AE0}" type="pres">
      <dgm:prSet presAssocID="{67BD48B9-A2E7-439C-A7EF-AF3E8C56C6DC}" presName="ThreeNodes_2_text" presStyleLbl="node1" presStyleIdx="2" presStyleCnt="3">
        <dgm:presLayoutVars>
          <dgm:bulletEnabled val="1"/>
        </dgm:presLayoutVars>
      </dgm:prSet>
      <dgm:spPr/>
    </dgm:pt>
    <dgm:pt modelId="{477B674C-62B8-45CC-A628-E5C1141832BD}" type="pres">
      <dgm:prSet presAssocID="{67BD48B9-A2E7-439C-A7EF-AF3E8C56C6D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0CF8006-38FA-4915-A826-2DA1E50D1A81}" type="presOf" srcId="{4B168D72-DF57-4367-8086-687700E32272}" destId="{D07F6D07-2A8D-4119-99B4-78B4DAA85453}" srcOrd="0" destOrd="0" presId="urn:microsoft.com/office/officeart/2005/8/layout/vProcess5"/>
    <dgm:cxn modelId="{29005B26-1619-42EC-ADAB-7876A3A07224}" type="presOf" srcId="{E9D901C8-3296-489B-9D29-8466DA63B165}" destId="{AFC3F1A6-AA57-47F0-B7AE-39FE4E32483D}" srcOrd="0" destOrd="0" presId="urn:microsoft.com/office/officeart/2005/8/layout/vProcess5"/>
    <dgm:cxn modelId="{3C79BE2E-315C-4DE3-A307-B8322101ADE4}" type="presOf" srcId="{0D7183EB-E067-4F1D-975A-13D6883B2F6B}" destId="{D4484CB5-3850-469A-8EA0-705BA3F836FE}" srcOrd="0" destOrd="0" presId="urn:microsoft.com/office/officeart/2005/8/layout/vProcess5"/>
    <dgm:cxn modelId="{171BBC4E-3843-4FB3-91DF-DD8FFA2A9DB1}" type="presOf" srcId="{FA8063CE-DEAF-4B7D-982E-38C6CC32072C}" destId="{477B674C-62B8-45CC-A628-E5C1141832BD}" srcOrd="1" destOrd="0" presId="urn:microsoft.com/office/officeart/2005/8/layout/vProcess5"/>
    <dgm:cxn modelId="{0CCB6870-803D-4D86-8AC7-487A92D1390C}" type="presOf" srcId="{67BD48B9-A2E7-439C-A7EF-AF3E8C56C6DC}" destId="{52EDBE55-643A-4077-889D-971501F7A6BD}" srcOrd="0" destOrd="0" presId="urn:microsoft.com/office/officeart/2005/8/layout/vProcess5"/>
    <dgm:cxn modelId="{6F5A9D9F-DC03-4C78-AEB6-26DFE2BFEFB7}" type="presOf" srcId="{FA8063CE-DEAF-4B7D-982E-38C6CC32072C}" destId="{21E82F15-BD15-45FF-A410-2F67691BB87D}" srcOrd="0" destOrd="0" presId="urn:microsoft.com/office/officeart/2005/8/layout/vProcess5"/>
    <dgm:cxn modelId="{902531AF-FEA3-43F4-81B8-A0E6C2AAED62}" type="presOf" srcId="{4B168D72-DF57-4367-8086-687700E32272}" destId="{7F93EFA9-6FD1-4FF1-9F2B-525CD8F36BFA}" srcOrd="1" destOrd="0" presId="urn:microsoft.com/office/officeart/2005/8/layout/vProcess5"/>
    <dgm:cxn modelId="{9A084BDC-5E78-44AF-9E8A-6E8388EC0C4D}" type="presOf" srcId="{77C2184F-154D-43FC-BD01-CB17F799A203}" destId="{56C1B668-3709-46E7-97A8-E3C0C4DE9AE0}" srcOrd="1" destOrd="0" presId="urn:microsoft.com/office/officeart/2005/8/layout/vProcess5"/>
    <dgm:cxn modelId="{A8E43BE0-7852-4FA2-BCED-703A9A6D76EB}" srcId="{67BD48B9-A2E7-439C-A7EF-AF3E8C56C6DC}" destId="{77C2184F-154D-43FC-BD01-CB17F799A203}" srcOrd="1" destOrd="0" parTransId="{252923C8-3C2F-44C4-91C6-78BA85D9D24D}" sibTransId="{E9D901C8-3296-489B-9D29-8466DA63B165}"/>
    <dgm:cxn modelId="{66BD83EC-8E6F-4221-8FD3-D06DC3250302}" srcId="{67BD48B9-A2E7-439C-A7EF-AF3E8C56C6DC}" destId="{FA8063CE-DEAF-4B7D-982E-38C6CC32072C}" srcOrd="2" destOrd="0" parTransId="{7B75B195-8A77-41AF-B8C5-FE6C49F8F4D0}" sibTransId="{5C2D100A-E0F4-4621-A6DE-A129BE3C4630}"/>
    <dgm:cxn modelId="{287901F3-12D6-4CD2-9DD4-8FCF6C4FD983}" type="presOf" srcId="{77C2184F-154D-43FC-BD01-CB17F799A203}" destId="{121558B7-28C5-47D9-A900-073639E522FE}" srcOrd="0" destOrd="0" presId="urn:microsoft.com/office/officeart/2005/8/layout/vProcess5"/>
    <dgm:cxn modelId="{4BEBB8F3-8831-45D4-80DB-7C4D2257DCE0}" srcId="{67BD48B9-A2E7-439C-A7EF-AF3E8C56C6DC}" destId="{4B168D72-DF57-4367-8086-687700E32272}" srcOrd="0" destOrd="0" parTransId="{2313D9D1-5F0F-4466-ABB0-96DF67174453}" sibTransId="{0D7183EB-E067-4F1D-975A-13D6883B2F6B}"/>
    <dgm:cxn modelId="{10CFBAC7-06B8-443B-9B7D-BD17FF677E79}" type="presParOf" srcId="{52EDBE55-643A-4077-889D-971501F7A6BD}" destId="{1B4BCE73-BEC8-4291-BCDD-27045E9AB8E6}" srcOrd="0" destOrd="0" presId="urn:microsoft.com/office/officeart/2005/8/layout/vProcess5"/>
    <dgm:cxn modelId="{DCC9A1B9-0749-40CC-B3B1-B98CC11A6949}" type="presParOf" srcId="{52EDBE55-643A-4077-889D-971501F7A6BD}" destId="{D07F6D07-2A8D-4119-99B4-78B4DAA85453}" srcOrd="1" destOrd="0" presId="urn:microsoft.com/office/officeart/2005/8/layout/vProcess5"/>
    <dgm:cxn modelId="{3649CAAE-87E5-4006-8C76-9D76C15750AD}" type="presParOf" srcId="{52EDBE55-643A-4077-889D-971501F7A6BD}" destId="{121558B7-28C5-47D9-A900-073639E522FE}" srcOrd="2" destOrd="0" presId="urn:microsoft.com/office/officeart/2005/8/layout/vProcess5"/>
    <dgm:cxn modelId="{590ADC2B-07B0-4037-A492-9CEC1B251CEE}" type="presParOf" srcId="{52EDBE55-643A-4077-889D-971501F7A6BD}" destId="{21E82F15-BD15-45FF-A410-2F67691BB87D}" srcOrd="3" destOrd="0" presId="urn:microsoft.com/office/officeart/2005/8/layout/vProcess5"/>
    <dgm:cxn modelId="{30F3BB72-F272-4E01-A021-2E9725694DD8}" type="presParOf" srcId="{52EDBE55-643A-4077-889D-971501F7A6BD}" destId="{D4484CB5-3850-469A-8EA0-705BA3F836FE}" srcOrd="4" destOrd="0" presId="urn:microsoft.com/office/officeart/2005/8/layout/vProcess5"/>
    <dgm:cxn modelId="{204844BD-F22F-437A-A7DE-05CE70EDB70B}" type="presParOf" srcId="{52EDBE55-643A-4077-889D-971501F7A6BD}" destId="{AFC3F1A6-AA57-47F0-B7AE-39FE4E32483D}" srcOrd="5" destOrd="0" presId="urn:microsoft.com/office/officeart/2005/8/layout/vProcess5"/>
    <dgm:cxn modelId="{8504A0E4-FB2F-423C-BB8F-F73F09B0892D}" type="presParOf" srcId="{52EDBE55-643A-4077-889D-971501F7A6BD}" destId="{7F93EFA9-6FD1-4FF1-9F2B-525CD8F36BFA}" srcOrd="6" destOrd="0" presId="urn:microsoft.com/office/officeart/2005/8/layout/vProcess5"/>
    <dgm:cxn modelId="{13287749-D3E9-404A-B759-B16DF115BEC5}" type="presParOf" srcId="{52EDBE55-643A-4077-889D-971501F7A6BD}" destId="{56C1B668-3709-46E7-97A8-E3C0C4DE9AE0}" srcOrd="7" destOrd="0" presId="urn:microsoft.com/office/officeart/2005/8/layout/vProcess5"/>
    <dgm:cxn modelId="{D6198B73-7346-48E1-A145-F383C00B6CCD}" type="presParOf" srcId="{52EDBE55-643A-4077-889D-971501F7A6BD}" destId="{477B674C-62B8-45CC-A628-E5C1141832B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E36507-E308-4BB7-8793-6C14105F280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6311EE-5107-40BC-B297-038997E420D7}">
      <dgm:prSet/>
      <dgm:spPr/>
      <dgm:t>
        <a:bodyPr/>
        <a:lstStyle/>
        <a:p>
          <a:r>
            <a:rPr lang="en-US"/>
            <a:t>Everyone who calls on the Lord will be saved.</a:t>
          </a:r>
        </a:p>
      </dgm:t>
    </dgm:pt>
    <dgm:pt modelId="{EA4B8E19-7672-4CC0-B370-9749D3045AB8}" type="parTrans" cxnId="{7768B812-61C3-4EBF-B19D-80BA8134846C}">
      <dgm:prSet/>
      <dgm:spPr/>
      <dgm:t>
        <a:bodyPr/>
        <a:lstStyle/>
        <a:p>
          <a:endParaRPr lang="en-US"/>
        </a:p>
      </dgm:t>
    </dgm:pt>
    <dgm:pt modelId="{644DC88B-A05E-4AB4-9F9C-2ADF7918CA5B}" type="sibTrans" cxnId="{7768B812-61C3-4EBF-B19D-80BA8134846C}">
      <dgm:prSet/>
      <dgm:spPr/>
      <dgm:t>
        <a:bodyPr/>
        <a:lstStyle/>
        <a:p>
          <a:endParaRPr lang="en-US"/>
        </a:p>
      </dgm:t>
    </dgm:pt>
    <dgm:pt modelId="{E46AA57A-87AE-4AD5-8077-574E53527893}">
      <dgm:prSet/>
      <dgm:spPr/>
      <dgm:t>
        <a:bodyPr/>
        <a:lstStyle/>
        <a:p>
          <a:r>
            <a:rPr lang="en-US"/>
            <a:t>Salvation’s security rests in God’s promise, not our performance.</a:t>
          </a:r>
        </a:p>
      </dgm:t>
    </dgm:pt>
    <dgm:pt modelId="{F8579D26-354F-4E6C-9A69-861FD5C2DFC3}" type="parTrans" cxnId="{609698D0-6D83-4DEA-A10F-269DA450424A}">
      <dgm:prSet/>
      <dgm:spPr/>
      <dgm:t>
        <a:bodyPr/>
        <a:lstStyle/>
        <a:p>
          <a:endParaRPr lang="en-US"/>
        </a:p>
      </dgm:t>
    </dgm:pt>
    <dgm:pt modelId="{6A0B58BE-603D-4843-94CB-79E82420229A}" type="sibTrans" cxnId="{609698D0-6D83-4DEA-A10F-269DA450424A}">
      <dgm:prSet/>
      <dgm:spPr/>
      <dgm:t>
        <a:bodyPr/>
        <a:lstStyle/>
        <a:p>
          <a:endParaRPr lang="en-US"/>
        </a:p>
      </dgm:t>
    </dgm:pt>
    <dgm:pt modelId="{EFD1D126-A3A5-428F-A9B6-60DA25E2EEC3}">
      <dgm:prSet/>
      <dgm:spPr/>
      <dgm:t>
        <a:bodyPr/>
        <a:lstStyle/>
        <a:p>
          <a:r>
            <a:rPr lang="en-US"/>
            <a:t>Key Idea: Confidence in Christ replaces fear and doubt.</a:t>
          </a:r>
        </a:p>
      </dgm:t>
    </dgm:pt>
    <dgm:pt modelId="{891B46D0-F665-40E6-A080-173E62CB823E}" type="parTrans" cxnId="{520A54BA-4C1D-4FDC-A04B-F6F5687093B7}">
      <dgm:prSet/>
      <dgm:spPr/>
      <dgm:t>
        <a:bodyPr/>
        <a:lstStyle/>
        <a:p>
          <a:endParaRPr lang="en-US"/>
        </a:p>
      </dgm:t>
    </dgm:pt>
    <dgm:pt modelId="{287163E0-CF5F-4C48-8CEE-AE521C400482}" type="sibTrans" cxnId="{520A54BA-4C1D-4FDC-A04B-F6F5687093B7}">
      <dgm:prSet/>
      <dgm:spPr/>
      <dgm:t>
        <a:bodyPr/>
        <a:lstStyle/>
        <a:p>
          <a:endParaRPr lang="en-US"/>
        </a:p>
      </dgm:t>
    </dgm:pt>
    <dgm:pt modelId="{0EA712EA-9B78-4EA1-A04A-67FDC5D7E201}" type="pres">
      <dgm:prSet presAssocID="{D7E36507-E308-4BB7-8793-6C14105F280D}" presName="outerComposite" presStyleCnt="0">
        <dgm:presLayoutVars>
          <dgm:chMax val="5"/>
          <dgm:dir/>
          <dgm:resizeHandles val="exact"/>
        </dgm:presLayoutVars>
      </dgm:prSet>
      <dgm:spPr/>
    </dgm:pt>
    <dgm:pt modelId="{43B8AE1C-A7C4-4A7D-A8D1-2E59F8161F7B}" type="pres">
      <dgm:prSet presAssocID="{D7E36507-E308-4BB7-8793-6C14105F280D}" presName="dummyMaxCanvas" presStyleCnt="0">
        <dgm:presLayoutVars/>
      </dgm:prSet>
      <dgm:spPr/>
    </dgm:pt>
    <dgm:pt modelId="{3B9B5A7F-71E0-4FFF-9614-FD367F1F3737}" type="pres">
      <dgm:prSet presAssocID="{D7E36507-E308-4BB7-8793-6C14105F280D}" presName="ThreeNodes_1" presStyleLbl="node1" presStyleIdx="0" presStyleCnt="3">
        <dgm:presLayoutVars>
          <dgm:bulletEnabled val="1"/>
        </dgm:presLayoutVars>
      </dgm:prSet>
      <dgm:spPr/>
    </dgm:pt>
    <dgm:pt modelId="{1A770F81-A234-4CDC-8052-D5054DCB3ECD}" type="pres">
      <dgm:prSet presAssocID="{D7E36507-E308-4BB7-8793-6C14105F280D}" presName="ThreeNodes_2" presStyleLbl="node1" presStyleIdx="1" presStyleCnt="3">
        <dgm:presLayoutVars>
          <dgm:bulletEnabled val="1"/>
        </dgm:presLayoutVars>
      </dgm:prSet>
      <dgm:spPr/>
    </dgm:pt>
    <dgm:pt modelId="{471B791D-5936-4407-81A4-3199D55CCD1D}" type="pres">
      <dgm:prSet presAssocID="{D7E36507-E308-4BB7-8793-6C14105F280D}" presName="ThreeNodes_3" presStyleLbl="node1" presStyleIdx="2" presStyleCnt="3">
        <dgm:presLayoutVars>
          <dgm:bulletEnabled val="1"/>
        </dgm:presLayoutVars>
      </dgm:prSet>
      <dgm:spPr/>
    </dgm:pt>
    <dgm:pt modelId="{AB9A70F4-9146-4599-A95D-528E549FD4DB}" type="pres">
      <dgm:prSet presAssocID="{D7E36507-E308-4BB7-8793-6C14105F280D}" presName="ThreeConn_1-2" presStyleLbl="fgAccFollowNode1" presStyleIdx="0" presStyleCnt="2">
        <dgm:presLayoutVars>
          <dgm:bulletEnabled val="1"/>
        </dgm:presLayoutVars>
      </dgm:prSet>
      <dgm:spPr/>
    </dgm:pt>
    <dgm:pt modelId="{F8BB16D5-0BB8-40FB-8585-72794F78C822}" type="pres">
      <dgm:prSet presAssocID="{D7E36507-E308-4BB7-8793-6C14105F280D}" presName="ThreeConn_2-3" presStyleLbl="fgAccFollowNode1" presStyleIdx="1" presStyleCnt="2">
        <dgm:presLayoutVars>
          <dgm:bulletEnabled val="1"/>
        </dgm:presLayoutVars>
      </dgm:prSet>
      <dgm:spPr/>
    </dgm:pt>
    <dgm:pt modelId="{073F0F38-8D82-4A4F-82DE-0C47FB89833A}" type="pres">
      <dgm:prSet presAssocID="{D7E36507-E308-4BB7-8793-6C14105F280D}" presName="ThreeNodes_1_text" presStyleLbl="node1" presStyleIdx="2" presStyleCnt="3">
        <dgm:presLayoutVars>
          <dgm:bulletEnabled val="1"/>
        </dgm:presLayoutVars>
      </dgm:prSet>
      <dgm:spPr/>
    </dgm:pt>
    <dgm:pt modelId="{3B41AE94-0E7B-4CA5-B5DE-31DAD4D51A19}" type="pres">
      <dgm:prSet presAssocID="{D7E36507-E308-4BB7-8793-6C14105F280D}" presName="ThreeNodes_2_text" presStyleLbl="node1" presStyleIdx="2" presStyleCnt="3">
        <dgm:presLayoutVars>
          <dgm:bulletEnabled val="1"/>
        </dgm:presLayoutVars>
      </dgm:prSet>
      <dgm:spPr/>
    </dgm:pt>
    <dgm:pt modelId="{38B83536-CB84-4681-AF1B-59917B4BF155}" type="pres">
      <dgm:prSet presAssocID="{D7E36507-E308-4BB7-8793-6C14105F280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768B812-61C3-4EBF-B19D-80BA8134846C}" srcId="{D7E36507-E308-4BB7-8793-6C14105F280D}" destId="{756311EE-5107-40BC-B297-038997E420D7}" srcOrd="0" destOrd="0" parTransId="{EA4B8E19-7672-4CC0-B370-9749D3045AB8}" sibTransId="{644DC88B-A05E-4AB4-9F9C-2ADF7918CA5B}"/>
    <dgm:cxn modelId="{D39B5E1F-8E40-4D48-8050-69703EB1A212}" type="presOf" srcId="{EFD1D126-A3A5-428F-A9B6-60DA25E2EEC3}" destId="{471B791D-5936-4407-81A4-3199D55CCD1D}" srcOrd="0" destOrd="0" presId="urn:microsoft.com/office/officeart/2005/8/layout/vProcess5"/>
    <dgm:cxn modelId="{242ED16B-7939-4A4A-AFB5-333AD7F465B4}" type="presOf" srcId="{6A0B58BE-603D-4843-94CB-79E82420229A}" destId="{F8BB16D5-0BB8-40FB-8585-72794F78C822}" srcOrd="0" destOrd="0" presId="urn:microsoft.com/office/officeart/2005/8/layout/vProcess5"/>
    <dgm:cxn modelId="{501FE16C-2600-4E20-A301-8A4B1F54ED27}" type="presOf" srcId="{EFD1D126-A3A5-428F-A9B6-60DA25E2EEC3}" destId="{38B83536-CB84-4681-AF1B-59917B4BF155}" srcOrd="1" destOrd="0" presId="urn:microsoft.com/office/officeart/2005/8/layout/vProcess5"/>
    <dgm:cxn modelId="{6A0FF889-9D92-43B5-8176-DAAE9E8E575D}" type="presOf" srcId="{756311EE-5107-40BC-B297-038997E420D7}" destId="{073F0F38-8D82-4A4F-82DE-0C47FB89833A}" srcOrd="1" destOrd="0" presId="urn:microsoft.com/office/officeart/2005/8/layout/vProcess5"/>
    <dgm:cxn modelId="{10FA26B9-2453-41B5-946F-69C79E6464AD}" type="presOf" srcId="{E46AA57A-87AE-4AD5-8077-574E53527893}" destId="{3B41AE94-0E7B-4CA5-B5DE-31DAD4D51A19}" srcOrd="1" destOrd="0" presId="urn:microsoft.com/office/officeart/2005/8/layout/vProcess5"/>
    <dgm:cxn modelId="{520A54BA-4C1D-4FDC-A04B-F6F5687093B7}" srcId="{D7E36507-E308-4BB7-8793-6C14105F280D}" destId="{EFD1D126-A3A5-428F-A9B6-60DA25E2EEC3}" srcOrd="2" destOrd="0" parTransId="{891B46D0-F665-40E6-A080-173E62CB823E}" sibTransId="{287163E0-CF5F-4C48-8CEE-AE521C400482}"/>
    <dgm:cxn modelId="{0ED450CF-F2D7-45C0-91DB-BBE382A45AEA}" type="presOf" srcId="{E46AA57A-87AE-4AD5-8077-574E53527893}" destId="{1A770F81-A234-4CDC-8052-D5054DCB3ECD}" srcOrd="0" destOrd="0" presId="urn:microsoft.com/office/officeart/2005/8/layout/vProcess5"/>
    <dgm:cxn modelId="{609698D0-6D83-4DEA-A10F-269DA450424A}" srcId="{D7E36507-E308-4BB7-8793-6C14105F280D}" destId="{E46AA57A-87AE-4AD5-8077-574E53527893}" srcOrd="1" destOrd="0" parTransId="{F8579D26-354F-4E6C-9A69-861FD5C2DFC3}" sibTransId="{6A0B58BE-603D-4843-94CB-79E82420229A}"/>
    <dgm:cxn modelId="{2965E5DD-23EE-4204-AB59-41FEC5E0C829}" type="presOf" srcId="{756311EE-5107-40BC-B297-038997E420D7}" destId="{3B9B5A7F-71E0-4FFF-9614-FD367F1F3737}" srcOrd="0" destOrd="0" presId="urn:microsoft.com/office/officeart/2005/8/layout/vProcess5"/>
    <dgm:cxn modelId="{81D39BF0-D878-4A38-8543-1460B7C0629E}" type="presOf" srcId="{D7E36507-E308-4BB7-8793-6C14105F280D}" destId="{0EA712EA-9B78-4EA1-A04A-67FDC5D7E201}" srcOrd="0" destOrd="0" presId="urn:microsoft.com/office/officeart/2005/8/layout/vProcess5"/>
    <dgm:cxn modelId="{53E47DFC-683F-499B-ABEA-02BE01EFB0C2}" type="presOf" srcId="{644DC88B-A05E-4AB4-9F9C-2ADF7918CA5B}" destId="{AB9A70F4-9146-4599-A95D-528E549FD4DB}" srcOrd="0" destOrd="0" presId="urn:microsoft.com/office/officeart/2005/8/layout/vProcess5"/>
    <dgm:cxn modelId="{92CD3F3E-FC5B-4BA5-BF97-FE1FB124026D}" type="presParOf" srcId="{0EA712EA-9B78-4EA1-A04A-67FDC5D7E201}" destId="{43B8AE1C-A7C4-4A7D-A8D1-2E59F8161F7B}" srcOrd="0" destOrd="0" presId="urn:microsoft.com/office/officeart/2005/8/layout/vProcess5"/>
    <dgm:cxn modelId="{0067E4EA-AE0F-4062-AB25-AA725B7BC83E}" type="presParOf" srcId="{0EA712EA-9B78-4EA1-A04A-67FDC5D7E201}" destId="{3B9B5A7F-71E0-4FFF-9614-FD367F1F3737}" srcOrd="1" destOrd="0" presId="urn:microsoft.com/office/officeart/2005/8/layout/vProcess5"/>
    <dgm:cxn modelId="{723E357C-077C-4378-BED8-FD0E4CF4DC4D}" type="presParOf" srcId="{0EA712EA-9B78-4EA1-A04A-67FDC5D7E201}" destId="{1A770F81-A234-4CDC-8052-D5054DCB3ECD}" srcOrd="2" destOrd="0" presId="urn:microsoft.com/office/officeart/2005/8/layout/vProcess5"/>
    <dgm:cxn modelId="{6F80A9EB-34EB-4B9A-9E8E-B15A3CBE562A}" type="presParOf" srcId="{0EA712EA-9B78-4EA1-A04A-67FDC5D7E201}" destId="{471B791D-5936-4407-81A4-3199D55CCD1D}" srcOrd="3" destOrd="0" presId="urn:microsoft.com/office/officeart/2005/8/layout/vProcess5"/>
    <dgm:cxn modelId="{7EB8486D-4BD8-4DD5-8EAE-0FE94A8C27B6}" type="presParOf" srcId="{0EA712EA-9B78-4EA1-A04A-67FDC5D7E201}" destId="{AB9A70F4-9146-4599-A95D-528E549FD4DB}" srcOrd="4" destOrd="0" presId="urn:microsoft.com/office/officeart/2005/8/layout/vProcess5"/>
    <dgm:cxn modelId="{36A75132-837B-4BED-8D44-C2D149E0D3EA}" type="presParOf" srcId="{0EA712EA-9B78-4EA1-A04A-67FDC5D7E201}" destId="{F8BB16D5-0BB8-40FB-8585-72794F78C822}" srcOrd="5" destOrd="0" presId="urn:microsoft.com/office/officeart/2005/8/layout/vProcess5"/>
    <dgm:cxn modelId="{B4519E29-6F8E-4867-A63A-085A19DB77F1}" type="presParOf" srcId="{0EA712EA-9B78-4EA1-A04A-67FDC5D7E201}" destId="{073F0F38-8D82-4A4F-82DE-0C47FB89833A}" srcOrd="6" destOrd="0" presId="urn:microsoft.com/office/officeart/2005/8/layout/vProcess5"/>
    <dgm:cxn modelId="{B114F10F-C42A-413C-B304-D6581DC4366A}" type="presParOf" srcId="{0EA712EA-9B78-4EA1-A04A-67FDC5D7E201}" destId="{3B41AE94-0E7B-4CA5-B5DE-31DAD4D51A19}" srcOrd="7" destOrd="0" presId="urn:microsoft.com/office/officeart/2005/8/layout/vProcess5"/>
    <dgm:cxn modelId="{9BC565FF-7E0F-4D9F-85E1-82FE55F5F3ED}" type="presParOf" srcId="{0EA712EA-9B78-4EA1-A04A-67FDC5D7E201}" destId="{38B83536-CB84-4681-AF1B-59917B4BF15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5A9FABE-C99C-48A1-9C43-74C0C1E21482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49E7E00-10CC-4BBD-A9A5-544C91FCC1F0}">
      <dgm:prSet/>
      <dgm:spPr/>
      <dgm:t>
        <a:bodyPr/>
        <a:lstStyle/>
        <a:p>
          <a:r>
            <a:rPr lang="en-US"/>
            <a:t>Justified by faith, we now have peace with God.</a:t>
          </a:r>
        </a:p>
      </dgm:t>
    </dgm:pt>
    <dgm:pt modelId="{239A9606-3B94-4458-B043-F78E232D2E20}" type="parTrans" cxnId="{32F83F8C-19EF-4B08-A52F-10F815F186A3}">
      <dgm:prSet/>
      <dgm:spPr/>
      <dgm:t>
        <a:bodyPr/>
        <a:lstStyle/>
        <a:p>
          <a:endParaRPr lang="en-US"/>
        </a:p>
      </dgm:t>
    </dgm:pt>
    <dgm:pt modelId="{1A126CD8-03C6-46B3-980A-3F1BAEA7852C}" type="sibTrans" cxnId="{32F83F8C-19EF-4B08-A52F-10F815F186A3}">
      <dgm:prSet/>
      <dgm:spPr/>
      <dgm:t>
        <a:bodyPr/>
        <a:lstStyle/>
        <a:p>
          <a:endParaRPr lang="en-US"/>
        </a:p>
      </dgm:t>
    </dgm:pt>
    <dgm:pt modelId="{509BB62A-CA54-43CC-99FF-81709C72E87E}">
      <dgm:prSet/>
      <dgm:spPr/>
      <dgm:t>
        <a:bodyPr/>
        <a:lstStyle/>
        <a:p>
          <a:r>
            <a:rPr lang="en-US"/>
            <a:t>The war is over; reconciliation brings harmony.</a:t>
          </a:r>
        </a:p>
      </dgm:t>
    </dgm:pt>
    <dgm:pt modelId="{792A4F78-78B7-4916-9AD3-8B41FBBB0291}" type="parTrans" cxnId="{C6B5255D-8777-4110-B688-97E11AE9C7CD}">
      <dgm:prSet/>
      <dgm:spPr/>
      <dgm:t>
        <a:bodyPr/>
        <a:lstStyle/>
        <a:p>
          <a:endParaRPr lang="en-US"/>
        </a:p>
      </dgm:t>
    </dgm:pt>
    <dgm:pt modelId="{BED06006-05CD-41A3-96DB-D40B7638161E}" type="sibTrans" cxnId="{C6B5255D-8777-4110-B688-97E11AE9C7CD}">
      <dgm:prSet/>
      <dgm:spPr/>
      <dgm:t>
        <a:bodyPr/>
        <a:lstStyle/>
        <a:p>
          <a:endParaRPr lang="en-US"/>
        </a:p>
      </dgm:t>
    </dgm:pt>
    <dgm:pt modelId="{10375462-4467-4562-8CBC-C1D252DC6064}">
      <dgm:prSet/>
      <dgm:spPr/>
      <dgm:t>
        <a:bodyPr/>
        <a:lstStyle/>
        <a:p>
          <a:r>
            <a:rPr lang="en-US"/>
            <a:t>Key Idea: Peace with God changes how we live and lead.</a:t>
          </a:r>
        </a:p>
      </dgm:t>
    </dgm:pt>
    <dgm:pt modelId="{DBA51800-533F-4627-B697-6A480EF5C70D}" type="parTrans" cxnId="{F8D079E8-A1F5-42B5-B192-354B802A49F3}">
      <dgm:prSet/>
      <dgm:spPr/>
      <dgm:t>
        <a:bodyPr/>
        <a:lstStyle/>
        <a:p>
          <a:endParaRPr lang="en-US"/>
        </a:p>
      </dgm:t>
    </dgm:pt>
    <dgm:pt modelId="{013845D2-F201-440B-8F57-34DD8C557F49}" type="sibTrans" cxnId="{F8D079E8-A1F5-42B5-B192-354B802A49F3}">
      <dgm:prSet/>
      <dgm:spPr/>
      <dgm:t>
        <a:bodyPr/>
        <a:lstStyle/>
        <a:p>
          <a:endParaRPr lang="en-US"/>
        </a:p>
      </dgm:t>
    </dgm:pt>
    <dgm:pt modelId="{0E876582-2498-458C-AFAB-A476D5C1BDC4}" type="pres">
      <dgm:prSet presAssocID="{C5A9FABE-C99C-48A1-9C43-74C0C1E21482}" presName="outerComposite" presStyleCnt="0">
        <dgm:presLayoutVars>
          <dgm:chMax val="5"/>
          <dgm:dir/>
          <dgm:resizeHandles val="exact"/>
        </dgm:presLayoutVars>
      </dgm:prSet>
      <dgm:spPr/>
    </dgm:pt>
    <dgm:pt modelId="{272A8263-643A-4D70-A55A-C9AA43BBB3EA}" type="pres">
      <dgm:prSet presAssocID="{C5A9FABE-C99C-48A1-9C43-74C0C1E21482}" presName="dummyMaxCanvas" presStyleCnt="0">
        <dgm:presLayoutVars/>
      </dgm:prSet>
      <dgm:spPr/>
    </dgm:pt>
    <dgm:pt modelId="{5DC14845-2943-484F-B7DD-B28082CFAD19}" type="pres">
      <dgm:prSet presAssocID="{C5A9FABE-C99C-48A1-9C43-74C0C1E21482}" presName="ThreeNodes_1" presStyleLbl="node1" presStyleIdx="0" presStyleCnt="3">
        <dgm:presLayoutVars>
          <dgm:bulletEnabled val="1"/>
        </dgm:presLayoutVars>
      </dgm:prSet>
      <dgm:spPr/>
    </dgm:pt>
    <dgm:pt modelId="{89C3BF7A-4276-4C98-A9F8-EA4A6D43FFD1}" type="pres">
      <dgm:prSet presAssocID="{C5A9FABE-C99C-48A1-9C43-74C0C1E21482}" presName="ThreeNodes_2" presStyleLbl="node1" presStyleIdx="1" presStyleCnt="3">
        <dgm:presLayoutVars>
          <dgm:bulletEnabled val="1"/>
        </dgm:presLayoutVars>
      </dgm:prSet>
      <dgm:spPr/>
    </dgm:pt>
    <dgm:pt modelId="{F66D594B-5601-4FCF-A28F-14069AD5D6FD}" type="pres">
      <dgm:prSet presAssocID="{C5A9FABE-C99C-48A1-9C43-74C0C1E21482}" presName="ThreeNodes_3" presStyleLbl="node1" presStyleIdx="2" presStyleCnt="3">
        <dgm:presLayoutVars>
          <dgm:bulletEnabled val="1"/>
        </dgm:presLayoutVars>
      </dgm:prSet>
      <dgm:spPr/>
    </dgm:pt>
    <dgm:pt modelId="{A0C00FAE-90AB-4BE5-9D8D-B4AC6AD1061D}" type="pres">
      <dgm:prSet presAssocID="{C5A9FABE-C99C-48A1-9C43-74C0C1E21482}" presName="ThreeConn_1-2" presStyleLbl="fgAccFollowNode1" presStyleIdx="0" presStyleCnt="2">
        <dgm:presLayoutVars>
          <dgm:bulletEnabled val="1"/>
        </dgm:presLayoutVars>
      </dgm:prSet>
      <dgm:spPr/>
    </dgm:pt>
    <dgm:pt modelId="{36E3973D-3A0A-445F-92C2-6FFBED3A314E}" type="pres">
      <dgm:prSet presAssocID="{C5A9FABE-C99C-48A1-9C43-74C0C1E21482}" presName="ThreeConn_2-3" presStyleLbl="fgAccFollowNode1" presStyleIdx="1" presStyleCnt="2">
        <dgm:presLayoutVars>
          <dgm:bulletEnabled val="1"/>
        </dgm:presLayoutVars>
      </dgm:prSet>
      <dgm:spPr/>
    </dgm:pt>
    <dgm:pt modelId="{6A275E58-26D4-4E03-AFF7-29807F8D27A1}" type="pres">
      <dgm:prSet presAssocID="{C5A9FABE-C99C-48A1-9C43-74C0C1E21482}" presName="ThreeNodes_1_text" presStyleLbl="node1" presStyleIdx="2" presStyleCnt="3">
        <dgm:presLayoutVars>
          <dgm:bulletEnabled val="1"/>
        </dgm:presLayoutVars>
      </dgm:prSet>
      <dgm:spPr/>
    </dgm:pt>
    <dgm:pt modelId="{2703BA84-73D6-4106-91AF-EEF8930E8FEE}" type="pres">
      <dgm:prSet presAssocID="{C5A9FABE-C99C-48A1-9C43-74C0C1E21482}" presName="ThreeNodes_2_text" presStyleLbl="node1" presStyleIdx="2" presStyleCnt="3">
        <dgm:presLayoutVars>
          <dgm:bulletEnabled val="1"/>
        </dgm:presLayoutVars>
      </dgm:prSet>
      <dgm:spPr/>
    </dgm:pt>
    <dgm:pt modelId="{3DD47DA6-6D6E-43EB-A360-360AD61E3A61}" type="pres">
      <dgm:prSet presAssocID="{C5A9FABE-C99C-48A1-9C43-74C0C1E2148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10BD603-EA88-4594-A88D-975150A2051E}" type="presOf" srcId="{BED06006-05CD-41A3-96DB-D40B7638161E}" destId="{36E3973D-3A0A-445F-92C2-6FFBED3A314E}" srcOrd="0" destOrd="0" presId="urn:microsoft.com/office/officeart/2005/8/layout/vProcess5"/>
    <dgm:cxn modelId="{0AC8E314-8778-4A32-99F1-8B17D0DA5085}" type="presOf" srcId="{C5A9FABE-C99C-48A1-9C43-74C0C1E21482}" destId="{0E876582-2498-458C-AFAB-A476D5C1BDC4}" srcOrd="0" destOrd="0" presId="urn:microsoft.com/office/officeart/2005/8/layout/vProcess5"/>
    <dgm:cxn modelId="{73F59424-EAEF-4F47-90E3-12307008EE9D}" type="presOf" srcId="{509BB62A-CA54-43CC-99FF-81709C72E87E}" destId="{2703BA84-73D6-4106-91AF-EEF8930E8FEE}" srcOrd="1" destOrd="0" presId="urn:microsoft.com/office/officeart/2005/8/layout/vProcess5"/>
    <dgm:cxn modelId="{C6B5255D-8777-4110-B688-97E11AE9C7CD}" srcId="{C5A9FABE-C99C-48A1-9C43-74C0C1E21482}" destId="{509BB62A-CA54-43CC-99FF-81709C72E87E}" srcOrd="1" destOrd="0" parTransId="{792A4F78-78B7-4916-9AD3-8B41FBBB0291}" sibTransId="{BED06006-05CD-41A3-96DB-D40B7638161E}"/>
    <dgm:cxn modelId="{32F83F8C-19EF-4B08-A52F-10F815F186A3}" srcId="{C5A9FABE-C99C-48A1-9C43-74C0C1E21482}" destId="{149E7E00-10CC-4BBD-A9A5-544C91FCC1F0}" srcOrd="0" destOrd="0" parTransId="{239A9606-3B94-4458-B043-F78E232D2E20}" sibTransId="{1A126CD8-03C6-46B3-980A-3F1BAEA7852C}"/>
    <dgm:cxn modelId="{6C824C97-CA27-4D5F-B932-7AEBB060975B}" type="presOf" srcId="{10375462-4467-4562-8CBC-C1D252DC6064}" destId="{3DD47DA6-6D6E-43EB-A360-360AD61E3A61}" srcOrd="1" destOrd="0" presId="urn:microsoft.com/office/officeart/2005/8/layout/vProcess5"/>
    <dgm:cxn modelId="{195931A7-0F9F-477D-B1F4-A189B8C54947}" type="presOf" srcId="{10375462-4467-4562-8CBC-C1D252DC6064}" destId="{F66D594B-5601-4FCF-A28F-14069AD5D6FD}" srcOrd="0" destOrd="0" presId="urn:microsoft.com/office/officeart/2005/8/layout/vProcess5"/>
    <dgm:cxn modelId="{D65710B5-5F6E-494B-8FD3-B14A054FD982}" type="presOf" srcId="{149E7E00-10CC-4BBD-A9A5-544C91FCC1F0}" destId="{5DC14845-2943-484F-B7DD-B28082CFAD19}" srcOrd="0" destOrd="0" presId="urn:microsoft.com/office/officeart/2005/8/layout/vProcess5"/>
    <dgm:cxn modelId="{465E33C8-77DC-424A-9679-5E4662D108EF}" type="presOf" srcId="{1A126CD8-03C6-46B3-980A-3F1BAEA7852C}" destId="{A0C00FAE-90AB-4BE5-9D8D-B4AC6AD1061D}" srcOrd="0" destOrd="0" presId="urn:microsoft.com/office/officeart/2005/8/layout/vProcess5"/>
    <dgm:cxn modelId="{621272E1-977D-4298-9227-5633717D7935}" type="presOf" srcId="{509BB62A-CA54-43CC-99FF-81709C72E87E}" destId="{89C3BF7A-4276-4C98-A9F8-EA4A6D43FFD1}" srcOrd="0" destOrd="0" presId="urn:microsoft.com/office/officeart/2005/8/layout/vProcess5"/>
    <dgm:cxn modelId="{7E39E1E2-612B-464E-BFB0-67D0366491ED}" type="presOf" srcId="{149E7E00-10CC-4BBD-A9A5-544C91FCC1F0}" destId="{6A275E58-26D4-4E03-AFF7-29807F8D27A1}" srcOrd="1" destOrd="0" presId="urn:microsoft.com/office/officeart/2005/8/layout/vProcess5"/>
    <dgm:cxn modelId="{F8D079E8-A1F5-42B5-B192-354B802A49F3}" srcId="{C5A9FABE-C99C-48A1-9C43-74C0C1E21482}" destId="{10375462-4467-4562-8CBC-C1D252DC6064}" srcOrd="2" destOrd="0" parTransId="{DBA51800-533F-4627-B697-6A480EF5C70D}" sibTransId="{013845D2-F201-440B-8F57-34DD8C557F49}"/>
    <dgm:cxn modelId="{701E8C1A-BDD5-47A2-879B-0AEFA35876B7}" type="presParOf" srcId="{0E876582-2498-458C-AFAB-A476D5C1BDC4}" destId="{272A8263-643A-4D70-A55A-C9AA43BBB3EA}" srcOrd="0" destOrd="0" presId="urn:microsoft.com/office/officeart/2005/8/layout/vProcess5"/>
    <dgm:cxn modelId="{85A22F7D-267A-4E69-BFE0-4F2A4CA7932F}" type="presParOf" srcId="{0E876582-2498-458C-AFAB-A476D5C1BDC4}" destId="{5DC14845-2943-484F-B7DD-B28082CFAD19}" srcOrd="1" destOrd="0" presId="urn:microsoft.com/office/officeart/2005/8/layout/vProcess5"/>
    <dgm:cxn modelId="{80F2472E-4B5D-40F6-8990-71823888BA1F}" type="presParOf" srcId="{0E876582-2498-458C-AFAB-A476D5C1BDC4}" destId="{89C3BF7A-4276-4C98-A9F8-EA4A6D43FFD1}" srcOrd="2" destOrd="0" presId="urn:microsoft.com/office/officeart/2005/8/layout/vProcess5"/>
    <dgm:cxn modelId="{AAE60FC9-B28E-4E05-89F1-B33966C47929}" type="presParOf" srcId="{0E876582-2498-458C-AFAB-A476D5C1BDC4}" destId="{F66D594B-5601-4FCF-A28F-14069AD5D6FD}" srcOrd="3" destOrd="0" presId="urn:microsoft.com/office/officeart/2005/8/layout/vProcess5"/>
    <dgm:cxn modelId="{F1E12896-F9BA-48EA-928A-4C2AA86BFECE}" type="presParOf" srcId="{0E876582-2498-458C-AFAB-A476D5C1BDC4}" destId="{A0C00FAE-90AB-4BE5-9D8D-B4AC6AD1061D}" srcOrd="4" destOrd="0" presId="urn:microsoft.com/office/officeart/2005/8/layout/vProcess5"/>
    <dgm:cxn modelId="{4EEEC22F-325C-4E5E-87B4-7282286FA4AA}" type="presParOf" srcId="{0E876582-2498-458C-AFAB-A476D5C1BDC4}" destId="{36E3973D-3A0A-445F-92C2-6FFBED3A314E}" srcOrd="5" destOrd="0" presId="urn:microsoft.com/office/officeart/2005/8/layout/vProcess5"/>
    <dgm:cxn modelId="{9914EC79-D59D-4C7F-9020-AA8CFEDFB386}" type="presParOf" srcId="{0E876582-2498-458C-AFAB-A476D5C1BDC4}" destId="{6A275E58-26D4-4E03-AFF7-29807F8D27A1}" srcOrd="6" destOrd="0" presId="urn:microsoft.com/office/officeart/2005/8/layout/vProcess5"/>
    <dgm:cxn modelId="{40E86FF9-0344-4428-B784-433375AF62B9}" type="presParOf" srcId="{0E876582-2498-458C-AFAB-A476D5C1BDC4}" destId="{2703BA84-73D6-4106-91AF-EEF8930E8FEE}" srcOrd="7" destOrd="0" presId="urn:microsoft.com/office/officeart/2005/8/layout/vProcess5"/>
    <dgm:cxn modelId="{FD92DEE1-704A-4CBA-97F8-3DEDF836BB39}" type="presParOf" srcId="{0E876582-2498-458C-AFAB-A476D5C1BDC4}" destId="{3DD47DA6-6D6E-43EB-A360-360AD61E3A6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15A1252-E66F-4357-A7EF-E195CFCB638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824274-45F7-4599-B34D-58C1CF6D97E8}">
      <dgm:prSet/>
      <dgm:spPr/>
      <dgm:t>
        <a:bodyPr/>
        <a:lstStyle/>
        <a:p>
          <a:r>
            <a:rPr lang="en-US"/>
            <a:t>No condemnation for those in Christ Jesus.</a:t>
          </a:r>
        </a:p>
      </dgm:t>
    </dgm:pt>
    <dgm:pt modelId="{F58802A3-075B-408B-8286-299B2384837F}" type="parTrans" cxnId="{DF9340CE-C0E3-4A98-9181-1EA32114D804}">
      <dgm:prSet/>
      <dgm:spPr/>
      <dgm:t>
        <a:bodyPr/>
        <a:lstStyle/>
        <a:p>
          <a:endParaRPr lang="en-US"/>
        </a:p>
      </dgm:t>
    </dgm:pt>
    <dgm:pt modelId="{D869E1E2-B083-4048-AB40-AD68EE646D8A}" type="sibTrans" cxnId="{DF9340CE-C0E3-4A98-9181-1EA32114D804}">
      <dgm:prSet/>
      <dgm:spPr/>
      <dgm:t>
        <a:bodyPr/>
        <a:lstStyle/>
        <a:p>
          <a:endParaRPr lang="en-US"/>
        </a:p>
      </dgm:t>
    </dgm:pt>
    <dgm:pt modelId="{6CBE6904-64C0-457F-AD23-7CA0CCC245A3}">
      <dgm:prSet/>
      <dgm:spPr/>
      <dgm:t>
        <a:bodyPr/>
        <a:lstStyle/>
        <a:p>
          <a:r>
            <a:rPr lang="en-US"/>
            <a:t>The Spirit empowers believers to live free from guilt and empowered by grace.</a:t>
          </a:r>
        </a:p>
      </dgm:t>
    </dgm:pt>
    <dgm:pt modelId="{FBE39AB3-27FD-4774-BFF9-E39E2B9E60A6}" type="parTrans" cxnId="{FF626622-18CA-4702-946F-857215C36765}">
      <dgm:prSet/>
      <dgm:spPr/>
      <dgm:t>
        <a:bodyPr/>
        <a:lstStyle/>
        <a:p>
          <a:endParaRPr lang="en-US"/>
        </a:p>
      </dgm:t>
    </dgm:pt>
    <dgm:pt modelId="{B7AF4D93-8782-4EF5-861F-ADC645D66806}" type="sibTrans" cxnId="{FF626622-18CA-4702-946F-857215C36765}">
      <dgm:prSet/>
      <dgm:spPr/>
      <dgm:t>
        <a:bodyPr/>
        <a:lstStyle/>
        <a:p>
          <a:endParaRPr lang="en-US"/>
        </a:p>
      </dgm:t>
    </dgm:pt>
    <dgm:pt modelId="{ECD1B129-A9D5-4E32-9F4B-6F8604037B0F}">
      <dgm:prSet/>
      <dgm:spPr/>
      <dgm:t>
        <a:bodyPr/>
        <a:lstStyle/>
        <a:p>
          <a:r>
            <a:rPr lang="en-US"/>
            <a:t>Key Idea: The Spirit transforms guilt into gratitude and strength.</a:t>
          </a:r>
        </a:p>
      </dgm:t>
    </dgm:pt>
    <dgm:pt modelId="{346E52C5-A168-4277-9836-20E16E2DCCD5}" type="parTrans" cxnId="{C84B13D5-ACF4-4EC8-9147-28274D8A7A80}">
      <dgm:prSet/>
      <dgm:spPr/>
      <dgm:t>
        <a:bodyPr/>
        <a:lstStyle/>
        <a:p>
          <a:endParaRPr lang="en-US"/>
        </a:p>
      </dgm:t>
    </dgm:pt>
    <dgm:pt modelId="{C19BA14A-F0E5-48C8-A8FB-5C973E3972C5}" type="sibTrans" cxnId="{C84B13D5-ACF4-4EC8-9147-28274D8A7A80}">
      <dgm:prSet/>
      <dgm:spPr/>
      <dgm:t>
        <a:bodyPr/>
        <a:lstStyle/>
        <a:p>
          <a:endParaRPr lang="en-US"/>
        </a:p>
      </dgm:t>
    </dgm:pt>
    <dgm:pt modelId="{313B96CC-655B-4CF9-9A84-9D3E600ED4EB}" type="pres">
      <dgm:prSet presAssocID="{515A1252-E66F-4357-A7EF-E195CFCB6384}" presName="outerComposite" presStyleCnt="0">
        <dgm:presLayoutVars>
          <dgm:chMax val="5"/>
          <dgm:dir/>
          <dgm:resizeHandles val="exact"/>
        </dgm:presLayoutVars>
      </dgm:prSet>
      <dgm:spPr/>
    </dgm:pt>
    <dgm:pt modelId="{F2305A90-0903-47AB-B6E6-756A1CA56E42}" type="pres">
      <dgm:prSet presAssocID="{515A1252-E66F-4357-A7EF-E195CFCB6384}" presName="dummyMaxCanvas" presStyleCnt="0">
        <dgm:presLayoutVars/>
      </dgm:prSet>
      <dgm:spPr/>
    </dgm:pt>
    <dgm:pt modelId="{4D43C6D8-2D4E-45F1-B2E9-FFEA04451E16}" type="pres">
      <dgm:prSet presAssocID="{515A1252-E66F-4357-A7EF-E195CFCB6384}" presName="ThreeNodes_1" presStyleLbl="node1" presStyleIdx="0" presStyleCnt="3">
        <dgm:presLayoutVars>
          <dgm:bulletEnabled val="1"/>
        </dgm:presLayoutVars>
      </dgm:prSet>
      <dgm:spPr/>
    </dgm:pt>
    <dgm:pt modelId="{F52DD902-2A3D-415E-98E2-EB10A73D827D}" type="pres">
      <dgm:prSet presAssocID="{515A1252-E66F-4357-A7EF-E195CFCB6384}" presName="ThreeNodes_2" presStyleLbl="node1" presStyleIdx="1" presStyleCnt="3">
        <dgm:presLayoutVars>
          <dgm:bulletEnabled val="1"/>
        </dgm:presLayoutVars>
      </dgm:prSet>
      <dgm:spPr/>
    </dgm:pt>
    <dgm:pt modelId="{116D82B5-AC57-4347-887B-483D64F35153}" type="pres">
      <dgm:prSet presAssocID="{515A1252-E66F-4357-A7EF-E195CFCB6384}" presName="ThreeNodes_3" presStyleLbl="node1" presStyleIdx="2" presStyleCnt="3">
        <dgm:presLayoutVars>
          <dgm:bulletEnabled val="1"/>
        </dgm:presLayoutVars>
      </dgm:prSet>
      <dgm:spPr/>
    </dgm:pt>
    <dgm:pt modelId="{5FBB077C-B23D-4AF7-9673-3261370E4422}" type="pres">
      <dgm:prSet presAssocID="{515A1252-E66F-4357-A7EF-E195CFCB6384}" presName="ThreeConn_1-2" presStyleLbl="fgAccFollowNode1" presStyleIdx="0" presStyleCnt="2">
        <dgm:presLayoutVars>
          <dgm:bulletEnabled val="1"/>
        </dgm:presLayoutVars>
      </dgm:prSet>
      <dgm:spPr/>
    </dgm:pt>
    <dgm:pt modelId="{DE82C36F-D5FB-411E-BA3C-0B22E02E79D1}" type="pres">
      <dgm:prSet presAssocID="{515A1252-E66F-4357-A7EF-E195CFCB6384}" presName="ThreeConn_2-3" presStyleLbl="fgAccFollowNode1" presStyleIdx="1" presStyleCnt="2">
        <dgm:presLayoutVars>
          <dgm:bulletEnabled val="1"/>
        </dgm:presLayoutVars>
      </dgm:prSet>
      <dgm:spPr/>
    </dgm:pt>
    <dgm:pt modelId="{7BCC7E0D-C37A-4BD4-A23C-961910D0E9B7}" type="pres">
      <dgm:prSet presAssocID="{515A1252-E66F-4357-A7EF-E195CFCB6384}" presName="ThreeNodes_1_text" presStyleLbl="node1" presStyleIdx="2" presStyleCnt="3">
        <dgm:presLayoutVars>
          <dgm:bulletEnabled val="1"/>
        </dgm:presLayoutVars>
      </dgm:prSet>
      <dgm:spPr/>
    </dgm:pt>
    <dgm:pt modelId="{F1BECB6F-AF8F-4D5A-BF08-B1CFCFE5CD24}" type="pres">
      <dgm:prSet presAssocID="{515A1252-E66F-4357-A7EF-E195CFCB6384}" presName="ThreeNodes_2_text" presStyleLbl="node1" presStyleIdx="2" presStyleCnt="3">
        <dgm:presLayoutVars>
          <dgm:bulletEnabled val="1"/>
        </dgm:presLayoutVars>
      </dgm:prSet>
      <dgm:spPr/>
    </dgm:pt>
    <dgm:pt modelId="{88C366BF-202F-437C-89B3-65B301BA1B02}" type="pres">
      <dgm:prSet presAssocID="{515A1252-E66F-4357-A7EF-E195CFCB638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42AED05-99C3-4093-B7EA-3F4B725FB5EF}" type="presOf" srcId="{D869E1E2-B083-4048-AB40-AD68EE646D8A}" destId="{5FBB077C-B23D-4AF7-9673-3261370E4422}" srcOrd="0" destOrd="0" presId="urn:microsoft.com/office/officeart/2005/8/layout/vProcess5"/>
    <dgm:cxn modelId="{188B4017-6B5F-469E-8840-F6E7D90CD60A}" type="presOf" srcId="{81824274-45F7-4599-B34D-58C1CF6D97E8}" destId="{4D43C6D8-2D4E-45F1-B2E9-FFEA04451E16}" srcOrd="0" destOrd="0" presId="urn:microsoft.com/office/officeart/2005/8/layout/vProcess5"/>
    <dgm:cxn modelId="{FF626622-18CA-4702-946F-857215C36765}" srcId="{515A1252-E66F-4357-A7EF-E195CFCB6384}" destId="{6CBE6904-64C0-457F-AD23-7CA0CCC245A3}" srcOrd="1" destOrd="0" parTransId="{FBE39AB3-27FD-4774-BFF9-E39E2B9E60A6}" sibTransId="{B7AF4D93-8782-4EF5-861F-ADC645D66806}"/>
    <dgm:cxn modelId="{C9EFEF2A-DA41-4DE3-AA19-F9F95519F06E}" type="presOf" srcId="{ECD1B129-A9D5-4E32-9F4B-6F8604037B0F}" destId="{88C366BF-202F-437C-89B3-65B301BA1B02}" srcOrd="1" destOrd="0" presId="urn:microsoft.com/office/officeart/2005/8/layout/vProcess5"/>
    <dgm:cxn modelId="{537E356D-8841-4BA2-88FB-A9C40358754B}" type="presOf" srcId="{81824274-45F7-4599-B34D-58C1CF6D97E8}" destId="{7BCC7E0D-C37A-4BD4-A23C-961910D0E9B7}" srcOrd="1" destOrd="0" presId="urn:microsoft.com/office/officeart/2005/8/layout/vProcess5"/>
    <dgm:cxn modelId="{0368AE82-E7F9-42A5-AC68-E6407844F5EB}" type="presOf" srcId="{ECD1B129-A9D5-4E32-9F4B-6F8604037B0F}" destId="{116D82B5-AC57-4347-887B-483D64F35153}" srcOrd="0" destOrd="0" presId="urn:microsoft.com/office/officeart/2005/8/layout/vProcess5"/>
    <dgm:cxn modelId="{9FCF13B2-6F94-42ED-85A9-E0FF7AA0AB7A}" type="presOf" srcId="{515A1252-E66F-4357-A7EF-E195CFCB6384}" destId="{313B96CC-655B-4CF9-9A84-9D3E600ED4EB}" srcOrd="0" destOrd="0" presId="urn:microsoft.com/office/officeart/2005/8/layout/vProcess5"/>
    <dgm:cxn modelId="{B093C6BB-86A7-4E24-A9D4-F835CEF08227}" type="presOf" srcId="{B7AF4D93-8782-4EF5-861F-ADC645D66806}" destId="{DE82C36F-D5FB-411E-BA3C-0B22E02E79D1}" srcOrd="0" destOrd="0" presId="urn:microsoft.com/office/officeart/2005/8/layout/vProcess5"/>
    <dgm:cxn modelId="{DF9340CE-C0E3-4A98-9181-1EA32114D804}" srcId="{515A1252-E66F-4357-A7EF-E195CFCB6384}" destId="{81824274-45F7-4599-B34D-58C1CF6D97E8}" srcOrd="0" destOrd="0" parTransId="{F58802A3-075B-408B-8286-299B2384837F}" sibTransId="{D869E1E2-B083-4048-AB40-AD68EE646D8A}"/>
    <dgm:cxn modelId="{C84B13D5-ACF4-4EC8-9147-28274D8A7A80}" srcId="{515A1252-E66F-4357-A7EF-E195CFCB6384}" destId="{ECD1B129-A9D5-4E32-9F4B-6F8604037B0F}" srcOrd="2" destOrd="0" parTransId="{346E52C5-A168-4277-9836-20E16E2DCCD5}" sibTransId="{C19BA14A-F0E5-48C8-A8FB-5C973E3972C5}"/>
    <dgm:cxn modelId="{FC3614DF-1290-449D-9F26-0CD8584DCF00}" type="presOf" srcId="{6CBE6904-64C0-457F-AD23-7CA0CCC245A3}" destId="{F1BECB6F-AF8F-4D5A-BF08-B1CFCFE5CD24}" srcOrd="1" destOrd="0" presId="urn:microsoft.com/office/officeart/2005/8/layout/vProcess5"/>
    <dgm:cxn modelId="{E5C17CFE-8ECA-4E5A-AC11-0082F98F156E}" type="presOf" srcId="{6CBE6904-64C0-457F-AD23-7CA0CCC245A3}" destId="{F52DD902-2A3D-415E-98E2-EB10A73D827D}" srcOrd="0" destOrd="0" presId="urn:microsoft.com/office/officeart/2005/8/layout/vProcess5"/>
    <dgm:cxn modelId="{562D10E6-50DB-45A9-95BA-9ECCE28C79EE}" type="presParOf" srcId="{313B96CC-655B-4CF9-9A84-9D3E600ED4EB}" destId="{F2305A90-0903-47AB-B6E6-756A1CA56E42}" srcOrd="0" destOrd="0" presId="urn:microsoft.com/office/officeart/2005/8/layout/vProcess5"/>
    <dgm:cxn modelId="{E0B91250-68A8-4604-A445-18F147EAD16C}" type="presParOf" srcId="{313B96CC-655B-4CF9-9A84-9D3E600ED4EB}" destId="{4D43C6D8-2D4E-45F1-B2E9-FFEA04451E16}" srcOrd="1" destOrd="0" presId="urn:microsoft.com/office/officeart/2005/8/layout/vProcess5"/>
    <dgm:cxn modelId="{535BC7D9-620A-45C4-B002-8F3F42D7032A}" type="presParOf" srcId="{313B96CC-655B-4CF9-9A84-9D3E600ED4EB}" destId="{F52DD902-2A3D-415E-98E2-EB10A73D827D}" srcOrd="2" destOrd="0" presId="urn:microsoft.com/office/officeart/2005/8/layout/vProcess5"/>
    <dgm:cxn modelId="{CB2BE425-02A7-44E6-9781-724C35ED09A7}" type="presParOf" srcId="{313B96CC-655B-4CF9-9A84-9D3E600ED4EB}" destId="{116D82B5-AC57-4347-887B-483D64F35153}" srcOrd="3" destOrd="0" presId="urn:microsoft.com/office/officeart/2005/8/layout/vProcess5"/>
    <dgm:cxn modelId="{6F44F567-78BD-499B-A8C0-93E615EB9CD9}" type="presParOf" srcId="{313B96CC-655B-4CF9-9A84-9D3E600ED4EB}" destId="{5FBB077C-B23D-4AF7-9673-3261370E4422}" srcOrd="4" destOrd="0" presId="urn:microsoft.com/office/officeart/2005/8/layout/vProcess5"/>
    <dgm:cxn modelId="{609F824C-C816-4BF8-BC82-5556BAA20506}" type="presParOf" srcId="{313B96CC-655B-4CF9-9A84-9D3E600ED4EB}" destId="{DE82C36F-D5FB-411E-BA3C-0B22E02E79D1}" srcOrd="5" destOrd="0" presId="urn:microsoft.com/office/officeart/2005/8/layout/vProcess5"/>
    <dgm:cxn modelId="{7A3DC2A1-143B-4FB8-B833-DFD36A1E942D}" type="presParOf" srcId="{313B96CC-655B-4CF9-9A84-9D3E600ED4EB}" destId="{7BCC7E0D-C37A-4BD4-A23C-961910D0E9B7}" srcOrd="6" destOrd="0" presId="urn:microsoft.com/office/officeart/2005/8/layout/vProcess5"/>
    <dgm:cxn modelId="{B55327DB-2BB9-4FCE-A976-F560369FFCC8}" type="presParOf" srcId="{313B96CC-655B-4CF9-9A84-9D3E600ED4EB}" destId="{F1BECB6F-AF8F-4D5A-BF08-B1CFCFE5CD24}" srcOrd="7" destOrd="0" presId="urn:microsoft.com/office/officeart/2005/8/layout/vProcess5"/>
    <dgm:cxn modelId="{B1229B25-3AF5-4D8C-92C3-3E5595E5A4A1}" type="presParOf" srcId="{313B96CC-655B-4CF9-9A84-9D3E600ED4EB}" destId="{88C366BF-202F-437C-89B3-65B301BA1B0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2565112-F9AE-494E-AD6F-74F7404C551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589AF4-56FF-441F-8BDA-32A08529240A}">
      <dgm:prSet/>
      <dgm:spPr/>
      <dgm:t>
        <a:bodyPr/>
        <a:lstStyle/>
        <a:p>
          <a:r>
            <a:rPr lang="en-US"/>
            <a:t>Romans Road Summary:</a:t>
          </a:r>
        </a:p>
      </dgm:t>
    </dgm:pt>
    <dgm:pt modelId="{AA575CE3-FEC1-4E7E-AF5B-83483BF9B0E8}" type="parTrans" cxnId="{0EBA9DD6-3AFB-485E-87CB-B2E367B9C33C}">
      <dgm:prSet/>
      <dgm:spPr/>
      <dgm:t>
        <a:bodyPr/>
        <a:lstStyle/>
        <a:p>
          <a:endParaRPr lang="en-US"/>
        </a:p>
      </dgm:t>
    </dgm:pt>
    <dgm:pt modelId="{226BE686-BD12-463D-B2E2-D381E1D19948}" type="sibTrans" cxnId="{0EBA9DD6-3AFB-485E-87CB-B2E367B9C33C}">
      <dgm:prSet/>
      <dgm:spPr/>
      <dgm:t>
        <a:bodyPr/>
        <a:lstStyle/>
        <a:p>
          <a:endParaRPr lang="en-US"/>
        </a:p>
      </dgm:t>
    </dgm:pt>
    <dgm:pt modelId="{B2157B9D-BB49-498A-9247-1E28DB33B777}">
      <dgm:prSet/>
      <dgm:spPr/>
      <dgm:t>
        <a:bodyPr/>
        <a:lstStyle/>
        <a:p>
          <a:r>
            <a:rPr lang="en-US"/>
            <a:t>1. Sin – Romans 3:23</a:t>
          </a:r>
        </a:p>
      </dgm:t>
    </dgm:pt>
    <dgm:pt modelId="{AB99CFA9-2949-4536-90A2-A392D6DB8162}" type="parTrans" cxnId="{7818985E-8F25-4EA8-AC38-9A7782FF17C2}">
      <dgm:prSet/>
      <dgm:spPr/>
      <dgm:t>
        <a:bodyPr/>
        <a:lstStyle/>
        <a:p>
          <a:endParaRPr lang="en-US"/>
        </a:p>
      </dgm:t>
    </dgm:pt>
    <dgm:pt modelId="{7697FF20-E57D-4139-A01A-F5A25B46996B}" type="sibTrans" cxnId="{7818985E-8F25-4EA8-AC38-9A7782FF17C2}">
      <dgm:prSet/>
      <dgm:spPr/>
      <dgm:t>
        <a:bodyPr/>
        <a:lstStyle/>
        <a:p>
          <a:endParaRPr lang="en-US"/>
        </a:p>
      </dgm:t>
    </dgm:pt>
    <dgm:pt modelId="{3B7F53F6-493F-428C-958C-28494B32D2AA}">
      <dgm:prSet/>
      <dgm:spPr/>
      <dgm:t>
        <a:bodyPr/>
        <a:lstStyle/>
        <a:p>
          <a:r>
            <a:rPr lang="en-US"/>
            <a:t>2. Death – Romans 6:23</a:t>
          </a:r>
        </a:p>
      </dgm:t>
    </dgm:pt>
    <dgm:pt modelId="{F9EAF9FA-14A5-4846-8D95-BB0E727A2E8A}" type="parTrans" cxnId="{FE00EB94-2343-4ED8-9DD1-7373697A11D6}">
      <dgm:prSet/>
      <dgm:spPr/>
      <dgm:t>
        <a:bodyPr/>
        <a:lstStyle/>
        <a:p>
          <a:endParaRPr lang="en-US"/>
        </a:p>
      </dgm:t>
    </dgm:pt>
    <dgm:pt modelId="{6D164EC4-D53B-4347-B1FF-7AFF40B495CB}" type="sibTrans" cxnId="{FE00EB94-2343-4ED8-9DD1-7373697A11D6}">
      <dgm:prSet/>
      <dgm:spPr/>
      <dgm:t>
        <a:bodyPr/>
        <a:lstStyle/>
        <a:p>
          <a:endParaRPr lang="en-US"/>
        </a:p>
      </dgm:t>
    </dgm:pt>
    <dgm:pt modelId="{DEC827CA-EE83-4B8D-ACD4-E9C9E8C84B8D}">
      <dgm:prSet/>
      <dgm:spPr/>
      <dgm:t>
        <a:bodyPr/>
        <a:lstStyle/>
        <a:p>
          <a:r>
            <a:rPr lang="en-US"/>
            <a:t>3. Love – Romans 5:8</a:t>
          </a:r>
        </a:p>
      </dgm:t>
    </dgm:pt>
    <dgm:pt modelId="{3BF61218-3889-41A1-BC53-86C9D51A3590}" type="parTrans" cxnId="{1C7F5D46-5E54-48CE-80FB-FB8D768A8EFE}">
      <dgm:prSet/>
      <dgm:spPr/>
      <dgm:t>
        <a:bodyPr/>
        <a:lstStyle/>
        <a:p>
          <a:endParaRPr lang="en-US"/>
        </a:p>
      </dgm:t>
    </dgm:pt>
    <dgm:pt modelId="{8095AFA8-2192-42B9-B23B-01DC0FF3A63F}" type="sibTrans" cxnId="{1C7F5D46-5E54-48CE-80FB-FB8D768A8EFE}">
      <dgm:prSet/>
      <dgm:spPr/>
      <dgm:t>
        <a:bodyPr/>
        <a:lstStyle/>
        <a:p>
          <a:endParaRPr lang="en-US"/>
        </a:p>
      </dgm:t>
    </dgm:pt>
    <dgm:pt modelId="{390965A6-B5D9-4B55-BE73-F0975B38C087}">
      <dgm:prSet/>
      <dgm:spPr/>
      <dgm:t>
        <a:bodyPr/>
        <a:lstStyle/>
        <a:p>
          <a:r>
            <a:rPr lang="en-US"/>
            <a:t>4. Faith – Romans 10:9</a:t>
          </a:r>
        </a:p>
      </dgm:t>
    </dgm:pt>
    <dgm:pt modelId="{5A7B920B-F475-4305-BEAE-6E5F384EA342}" type="parTrans" cxnId="{C53E3D54-3084-4117-94CE-19A46A3B3519}">
      <dgm:prSet/>
      <dgm:spPr/>
      <dgm:t>
        <a:bodyPr/>
        <a:lstStyle/>
        <a:p>
          <a:endParaRPr lang="en-US"/>
        </a:p>
      </dgm:t>
    </dgm:pt>
    <dgm:pt modelId="{99A848E7-DB90-4124-826E-665F8E756728}" type="sibTrans" cxnId="{C53E3D54-3084-4117-94CE-19A46A3B3519}">
      <dgm:prSet/>
      <dgm:spPr/>
      <dgm:t>
        <a:bodyPr/>
        <a:lstStyle/>
        <a:p>
          <a:endParaRPr lang="en-US"/>
        </a:p>
      </dgm:t>
    </dgm:pt>
    <dgm:pt modelId="{A3ADAFD6-04A6-4B74-857A-F36CC535C1BC}">
      <dgm:prSet/>
      <dgm:spPr/>
      <dgm:t>
        <a:bodyPr/>
        <a:lstStyle/>
        <a:p>
          <a:r>
            <a:rPr lang="en-US"/>
            <a:t>5. Assurance – Romans 10:13</a:t>
          </a:r>
        </a:p>
      </dgm:t>
    </dgm:pt>
    <dgm:pt modelId="{2E4B0F52-CF6F-4AF8-8A0C-062D51F419E6}" type="parTrans" cxnId="{6C1AA833-3298-49FE-8FB7-CD092DBDEDAD}">
      <dgm:prSet/>
      <dgm:spPr/>
      <dgm:t>
        <a:bodyPr/>
        <a:lstStyle/>
        <a:p>
          <a:endParaRPr lang="en-US"/>
        </a:p>
      </dgm:t>
    </dgm:pt>
    <dgm:pt modelId="{47FE0C9E-5A1E-42FB-866B-8C997F69899A}" type="sibTrans" cxnId="{6C1AA833-3298-49FE-8FB7-CD092DBDEDAD}">
      <dgm:prSet/>
      <dgm:spPr/>
      <dgm:t>
        <a:bodyPr/>
        <a:lstStyle/>
        <a:p>
          <a:endParaRPr lang="en-US"/>
        </a:p>
      </dgm:t>
    </dgm:pt>
    <dgm:pt modelId="{329EBD59-1FCC-4A5C-8F3A-4BC3258383B2}">
      <dgm:prSet/>
      <dgm:spPr/>
      <dgm:t>
        <a:bodyPr/>
        <a:lstStyle/>
        <a:p>
          <a:r>
            <a:rPr lang="en-US"/>
            <a:t>6. Peace – Romans 5:1</a:t>
          </a:r>
        </a:p>
      </dgm:t>
    </dgm:pt>
    <dgm:pt modelId="{95479E5F-1293-494A-92A5-21DC919CEFD1}" type="parTrans" cxnId="{B14F9417-A92E-45C7-8BB5-DEAE710F7DB0}">
      <dgm:prSet/>
      <dgm:spPr/>
      <dgm:t>
        <a:bodyPr/>
        <a:lstStyle/>
        <a:p>
          <a:endParaRPr lang="en-US"/>
        </a:p>
      </dgm:t>
    </dgm:pt>
    <dgm:pt modelId="{A18AA7A3-D013-434C-81BA-D4084C1B98F4}" type="sibTrans" cxnId="{B14F9417-A92E-45C7-8BB5-DEAE710F7DB0}">
      <dgm:prSet/>
      <dgm:spPr/>
      <dgm:t>
        <a:bodyPr/>
        <a:lstStyle/>
        <a:p>
          <a:endParaRPr lang="en-US"/>
        </a:p>
      </dgm:t>
    </dgm:pt>
    <dgm:pt modelId="{B24E26BE-1C68-4486-828A-8804093B594F}">
      <dgm:prSet/>
      <dgm:spPr/>
      <dgm:t>
        <a:bodyPr/>
        <a:lstStyle/>
        <a:p>
          <a:r>
            <a:rPr lang="en-US"/>
            <a:t>7. Spirit – Romans 8:1</a:t>
          </a:r>
        </a:p>
      </dgm:t>
    </dgm:pt>
    <dgm:pt modelId="{81252CDB-A3A3-4989-8A74-F2B2BF04162E}" type="parTrans" cxnId="{A4DE44A1-9E1E-4F8D-8F16-0657C1C3093F}">
      <dgm:prSet/>
      <dgm:spPr/>
      <dgm:t>
        <a:bodyPr/>
        <a:lstStyle/>
        <a:p>
          <a:endParaRPr lang="en-US"/>
        </a:p>
      </dgm:t>
    </dgm:pt>
    <dgm:pt modelId="{A93A57EA-3DE0-4240-883A-F48BE1E219CA}" type="sibTrans" cxnId="{A4DE44A1-9E1E-4F8D-8F16-0657C1C3093F}">
      <dgm:prSet/>
      <dgm:spPr/>
      <dgm:t>
        <a:bodyPr/>
        <a:lstStyle/>
        <a:p>
          <a:endParaRPr lang="en-US"/>
        </a:p>
      </dgm:t>
    </dgm:pt>
    <dgm:pt modelId="{DE2F7C02-89E9-4E99-AD16-AEEB43BEE08A}">
      <dgm:prSet/>
      <dgm:spPr/>
      <dgm:t>
        <a:bodyPr/>
        <a:lstStyle/>
        <a:p>
          <a:r>
            <a:rPr lang="en-US"/>
            <a:t>From guilt to grace, from sin to salvation — a journey to eternal life.</a:t>
          </a:r>
        </a:p>
      </dgm:t>
    </dgm:pt>
    <dgm:pt modelId="{BAC86D89-B0AC-4051-86D5-92014D4F6B53}" type="parTrans" cxnId="{5FFBB651-662C-4227-930E-D57DA247C503}">
      <dgm:prSet/>
      <dgm:spPr/>
      <dgm:t>
        <a:bodyPr/>
        <a:lstStyle/>
        <a:p>
          <a:endParaRPr lang="en-US"/>
        </a:p>
      </dgm:t>
    </dgm:pt>
    <dgm:pt modelId="{C301C16F-776D-4ED3-8FBD-02820BC10321}" type="sibTrans" cxnId="{5FFBB651-662C-4227-930E-D57DA247C503}">
      <dgm:prSet/>
      <dgm:spPr/>
      <dgm:t>
        <a:bodyPr/>
        <a:lstStyle/>
        <a:p>
          <a:endParaRPr lang="en-US"/>
        </a:p>
      </dgm:t>
    </dgm:pt>
    <dgm:pt modelId="{9C25AB3D-BE2A-4853-9923-0D62D529ABF6}" type="pres">
      <dgm:prSet presAssocID="{22565112-F9AE-494E-AD6F-74F7404C5510}" presName="Name0" presStyleCnt="0">
        <dgm:presLayoutVars>
          <dgm:dir/>
          <dgm:resizeHandles val="exact"/>
        </dgm:presLayoutVars>
      </dgm:prSet>
      <dgm:spPr/>
    </dgm:pt>
    <dgm:pt modelId="{EBF72470-05A1-441E-A369-695AD34AF4A4}" type="pres">
      <dgm:prSet presAssocID="{19589AF4-56FF-441F-8BDA-32A08529240A}" presName="node" presStyleLbl="node1" presStyleIdx="0" presStyleCnt="9">
        <dgm:presLayoutVars>
          <dgm:bulletEnabled val="1"/>
        </dgm:presLayoutVars>
      </dgm:prSet>
      <dgm:spPr/>
    </dgm:pt>
    <dgm:pt modelId="{0EE74130-B44D-4479-82AE-C2E72A2BB3DD}" type="pres">
      <dgm:prSet presAssocID="{226BE686-BD12-463D-B2E2-D381E1D19948}" presName="sibTrans" presStyleLbl="sibTrans1D1" presStyleIdx="0" presStyleCnt="8"/>
      <dgm:spPr/>
    </dgm:pt>
    <dgm:pt modelId="{CC17F8C4-97DF-4E7E-8C30-04C878543923}" type="pres">
      <dgm:prSet presAssocID="{226BE686-BD12-463D-B2E2-D381E1D19948}" presName="connectorText" presStyleLbl="sibTrans1D1" presStyleIdx="0" presStyleCnt="8"/>
      <dgm:spPr/>
    </dgm:pt>
    <dgm:pt modelId="{C456A260-76CD-45C5-9B6D-10E2534B8DB0}" type="pres">
      <dgm:prSet presAssocID="{B2157B9D-BB49-498A-9247-1E28DB33B777}" presName="node" presStyleLbl="node1" presStyleIdx="1" presStyleCnt="9">
        <dgm:presLayoutVars>
          <dgm:bulletEnabled val="1"/>
        </dgm:presLayoutVars>
      </dgm:prSet>
      <dgm:spPr/>
    </dgm:pt>
    <dgm:pt modelId="{DBCB6E72-C95B-4712-B9B2-078FA5BB563B}" type="pres">
      <dgm:prSet presAssocID="{7697FF20-E57D-4139-A01A-F5A25B46996B}" presName="sibTrans" presStyleLbl="sibTrans1D1" presStyleIdx="1" presStyleCnt="8"/>
      <dgm:spPr/>
    </dgm:pt>
    <dgm:pt modelId="{2B0DA5DA-A612-440B-9CBE-0E25F49667DD}" type="pres">
      <dgm:prSet presAssocID="{7697FF20-E57D-4139-A01A-F5A25B46996B}" presName="connectorText" presStyleLbl="sibTrans1D1" presStyleIdx="1" presStyleCnt="8"/>
      <dgm:spPr/>
    </dgm:pt>
    <dgm:pt modelId="{9AFC24C9-E528-48DA-9972-8CF2A5942D34}" type="pres">
      <dgm:prSet presAssocID="{3B7F53F6-493F-428C-958C-28494B32D2AA}" presName="node" presStyleLbl="node1" presStyleIdx="2" presStyleCnt="9">
        <dgm:presLayoutVars>
          <dgm:bulletEnabled val="1"/>
        </dgm:presLayoutVars>
      </dgm:prSet>
      <dgm:spPr/>
    </dgm:pt>
    <dgm:pt modelId="{83B4D941-6530-4D73-8573-FA1532FCD287}" type="pres">
      <dgm:prSet presAssocID="{6D164EC4-D53B-4347-B1FF-7AFF40B495CB}" presName="sibTrans" presStyleLbl="sibTrans1D1" presStyleIdx="2" presStyleCnt="8"/>
      <dgm:spPr/>
    </dgm:pt>
    <dgm:pt modelId="{65E24BC2-610F-4742-B933-AF5FCFB1AA09}" type="pres">
      <dgm:prSet presAssocID="{6D164EC4-D53B-4347-B1FF-7AFF40B495CB}" presName="connectorText" presStyleLbl="sibTrans1D1" presStyleIdx="2" presStyleCnt="8"/>
      <dgm:spPr/>
    </dgm:pt>
    <dgm:pt modelId="{1F5F6085-AEA0-4D59-84E3-7AA46DD74D71}" type="pres">
      <dgm:prSet presAssocID="{DEC827CA-EE83-4B8D-ACD4-E9C9E8C84B8D}" presName="node" presStyleLbl="node1" presStyleIdx="3" presStyleCnt="9">
        <dgm:presLayoutVars>
          <dgm:bulletEnabled val="1"/>
        </dgm:presLayoutVars>
      </dgm:prSet>
      <dgm:spPr/>
    </dgm:pt>
    <dgm:pt modelId="{6C74A913-62B8-4F55-98F3-3EA794E02328}" type="pres">
      <dgm:prSet presAssocID="{8095AFA8-2192-42B9-B23B-01DC0FF3A63F}" presName="sibTrans" presStyleLbl="sibTrans1D1" presStyleIdx="3" presStyleCnt="8"/>
      <dgm:spPr/>
    </dgm:pt>
    <dgm:pt modelId="{93908F92-EB9F-4FD8-8E43-BA83B219BBC0}" type="pres">
      <dgm:prSet presAssocID="{8095AFA8-2192-42B9-B23B-01DC0FF3A63F}" presName="connectorText" presStyleLbl="sibTrans1D1" presStyleIdx="3" presStyleCnt="8"/>
      <dgm:spPr/>
    </dgm:pt>
    <dgm:pt modelId="{53D90660-5E66-4A80-A9F7-C6F2653009A7}" type="pres">
      <dgm:prSet presAssocID="{390965A6-B5D9-4B55-BE73-F0975B38C087}" presName="node" presStyleLbl="node1" presStyleIdx="4" presStyleCnt="9">
        <dgm:presLayoutVars>
          <dgm:bulletEnabled val="1"/>
        </dgm:presLayoutVars>
      </dgm:prSet>
      <dgm:spPr/>
    </dgm:pt>
    <dgm:pt modelId="{32A39CF2-01E1-441F-9F65-3CB4802B1F11}" type="pres">
      <dgm:prSet presAssocID="{99A848E7-DB90-4124-826E-665F8E756728}" presName="sibTrans" presStyleLbl="sibTrans1D1" presStyleIdx="4" presStyleCnt="8"/>
      <dgm:spPr/>
    </dgm:pt>
    <dgm:pt modelId="{7EE31970-E6A6-4BDF-8633-4137804FDEAB}" type="pres">
      <dgm:prSet presAssocID="{99A848E7-DB90-4124-826E-665F8E756728}" presName="connectorText" presStyleLbl="sibTrans1D1" presStyleIdx="4" presStyleCnt="8"/>
      <dgm:spPr/>
    </dgm:pt>
    <dgm:pt modelId="{33BC48C5-EEE2-4933-956B-99D4CB43707A}" type="pres">
      <dgm:prSet presAssocID="{A3ADAFD6-04A6-4B74-857A-F36CC535C1BC}" presName="node" presStyleLbl="node1" presStyleIdx="5" presStyleCnt="9">
        <dgm:presLayoutVars>
          <dgm:bulletEnabled val="1"/>
        </dgm:presLayoutVars>
      </dgm:prSet>
      <dgm:spPr/>
    </dgm:pt>
    <dgm:pt modelId="{802DBF3F-DB35-4751-A806-4E3C3A265A77}" type="pres">
      <dgm:prSet presAssocID="{47FE0C9E-5A1E-42FB-866B-8C997F69899A}" presName="sibTrans" presStyleLbl="sibTrans1D1" presStyleIdx="5" presStyleCnt="8"/>
      <dgm:spPr/>
    </dgm:pt>
    <dgm:pt modelId="{7E809DBB-2D90-4F0D-88DC-232A9525D83D}" type="pres">
      <dgm:prSet presAssocID="{47FE0C9E-5A1E-42FB-866B-8C997F69899A}" presName="connectorText" presStyleLbl="sibTrans1D1" presStyleIdx="5" presStyleCnt="8"/>
      <dgm:spPr/>
    </dgm:pt>
    <dgm:pt modelId="{A836F836-7F9A-47CD-85A0-8E66FDCEF2DF}" type="pres">
      <dgm:prSet presAssocID="{329EBD59-1FCC-4A5C-8F3A-4BC3258383B2}" presName="node" presStyleLbl="node1" presStyleIdx="6" presStyleCnt="9">
        <dgm:presLayoutVars>
          <dgm:bulletEnabled val="1"/>
        </dgm:presLayoutVars>
      </dgm:prSet>
      <dgm:spPr/>
    </dgm:pt>
    <dgm:pt modelId="{6E32D15B-8D62-4902-B49E-4F55E1175019}" type="pres">
      <dgm:prSet presAssocID="{A18AA7A3-D013-434C-81BA-D4084C1B98F4}" presName="sibTrans" presStyleLbl="sibTrans1D1" presStyleIdx="6" presStyleCnt="8"/>
      <dgm:spPr/>
    </dgm:pt>
    <dgm:pt modelId="{593BC6F5-7793-4EF7-9D7E-CB347ABCF3AD}" type="pres">
      <dgm:prSet presAssocID="{A18AA7A3-D013-434C-81BA-D4084C1B98F4}" presName="connectorText" presStyleLbl="sibTrans1D1" presStyleIdx="6" presStyleCnt="8"/>
      <dgm:spPr/>
    </dgm:pt>
    <dgm:pt modelId="{70443F20-43FF-422A-BE90-D7815C5FEFA5}" type="pres">
      <dgm:prSet presAssocID="{B24E26BE-1C68-4486-828A-8804093B594F}" presName="node" presStyleLbl="node1" presStyleIdx="7" presStyleCnt="9">
        <dgm:presLayoutVars>
          <dgm:bulletEnabled val="1"/>
        </dgm:presLayoutVars>
      </dgm:prSet>
      <dgm:spPr/>
    </dgm:pt>
    <dgm:pt modelId="{B0DA1A69-500F-4380-A0F5-D393AE7C1C3C}" type="pres">
      <dgm:prSet presAssocID="{A93A57EA-3DE0-4240-883A-F48BE1E219CA}" presName="sibTrans" presStyleLbl="sibTrans1D1" presStyleIdx="7" presStyleCnt="8"/>
      <dgm:spPr/>
    </dgm:pt>
    <dgm:pt modelId="{7D47B1F4-1D8B-4728-9A85-56C35AEFC49E}" type="pres">
      <dgm:prSet presAssocID="{A93A57EA-3DE0-4240-883A-F48BE1E219CA}" presName="connectorText" presStyleLbl="sibTrans1D1" presStyleIdx="7" presStyleCnt="8"/>
      <dgm:spPr/>
    </dgm:pt>
    <dgm:pt modelId="{E6CB048F-12B9-4654-BBC1-9F9645C5AF3F}" type="pres">
      <dgm:prSet presAssocID="{DE2F7C02-89E9-4E99-AD16-AEEB43BEE08A}" presName="node" presStyleLbl="node1" presStyleIdx="8" presStyleCnt="9">
        <dgm:presLayoutVars>
          <dgm:bulletEnabled val="1"/>
        </dgm:presLayoutVars>
      </dgm:prSet>
      <dgm:spPr/>
    </dgm:pt>
  </dgm:ptLst>
  <dgm:cxnLst>
    <dgm:cxn modelId="{1D3D0005-6174-4708-842B-03A0612AA454}" type="presOf" srcId="{A18AA7A3-D013-434C-81BA-D4084C1B98F4}" destId="{593BC6F5-7793-4EF7-9D7E-CB347ABCF3AD}" srcOrd="1" destOrd="0" presId="urn:microsoft.com/office/officeart/2016/7/layout/RepeatingBendingProcessNew"/>
    <dgm:cxn modelId="{E553BE0F-EEBC-46C0-95E6-39F03B3920F1}" type="presOf" srcId="{226BE686-BD12-463D-B2E2-D381E1D19948}" destId="{CC17F8C4-97DF-4E7E-8C30-04C878543923}" srcOrd="1" destOrd="0" presId="urn:microsoft.com/office/officeart/2016/7/layout/RepeatingBendingProcessNew"/>
    <dgm:cxn modelId="{15F47613-5B7C-42E1-A61F-2CE0C3D0C074}" type="presOf" srcId="{390965A6-B5D9-4B55-BE73-F0975B38C087}" destId="{53D90660-5E66-4A80-A9F7-C6F2653009A7}" srcOrd="0" destOrd="0" presId="urn:microsoft.com/office/officeart/2016/7/layout/RepeatingBendingProcessNew"/>
    <dgm:cxn modelId="{566B5C15-79C0-40F5-905E-A4410F2D3B37}" type="presOf" srcId="{A3ADAFD6-04A6-4B74-857A-F36CC535C1BC}" destId="{33BC48C5-EEE2-4933-956B-99D4CB43707A}" srcOrd="0" destOrd="0" presId="urn:microsoft.com/office/officeart/2016/7/layout/RepeatingBendingProcessNew"/>
    <dgm:cxn modelId="{8E0CAB16-B82C-4F0A-90FB-77F8402EE410}" type="presOf" srcId="{B24E26BE-1C68-4486-828A-8804093B594F}" destId="{70443F20-43FF-422A-BE90-D7815C5FEFA5}" srcOrd="0" destOrd="0" presId="urn:microsoft.com/office/officeart/2016/7/layout/RepeatingBendingProcessNew"/>
    <dgm:cxn modelId="{B14F9417-A92E-45C7-8BB5-DEAE710F7DB0}" srcId="{22565112-F9AE-494E-AD6F-74F7404C5510}" destId="{329EBD59-1FCC-4A5C-8F3A-4BC3258383B2}" srcOrd="6" destOrd="0" parTransId="{95479E5F-1293-494A-92A5-21DC919CEFD1}" sibTransId="{A18AA7A3-D013-434C-81BA-D4084C1B98F4}"/>
    <dgm:cxn modelId="{5B3DFC19-638E-40C7-A924-F68C825AC5F8}" type="presOf" srcId="{7697FF20-E57D-4139-A01A-F5A25B46996B}" destId="{DBCB6E72-C95B-4712-B9B2-078FA5BB563B}" srcOrd="0" destOrd="0" presId="urn:microsoft.com/office/officeart/2016/7/layout/RepeatingBendingProcessNew"/>
    <dgm:cxn modelId="{6DD72D1C-07EC-4526-B6E4-5F0D631B7217}" type="presOf" srcId="{19589AF4-56FF-441F-8BDA-32A08529240A}" destId="{EBF72470-05A1-441E-A369-695AD34AF4A4}" srcOrd="0" destOrd="0" presId="urn:microsoft.com/office/officeart/2016/7/layout/RepeatingBendingProcessNew"/>
    <dgm:cxn modelId="{6C1AA833-3298-49FE-8FB7-CD092DBDEDAD}" srcId="{22565112-F9AE-494E-AD6F-74F7404C5510}" destId="{A3ADAFD6-04A6-4B74-857A-F36CC535C1BC}" srcOrd="5" destOrd="0" parTransId="{2E4B0F52-CF6F-4AF8-8A0C-062D51F419E6}" sibTransId="{47FE0C9E-5A1E-42FB-866B-8C997F69899A}"/>
    <dgm:cxn modelId="{16643A37-CB42-438F-8D8A-92F9C83FEAEC}" type="presOf" srcId="{8095AFA8-2192-42B9-B23B-01DC0FF3A63F}" destId="{6C74A913-62B8-4F55-98F3-3EA794E02328}" srcOrd="0" destOrd="0" presId="urn:microsoft.com/office/officeart/2016/7/layout/RepeatingBendingProcessNew"/>
    <dgm:cxn modelId="{7818985E-8F25-4EA8-AC38-9A7782FF17C2}" srcId="{22565112-F9AE-494E-AD6F-74F7404C5510}" destId="{B2157B9D-BB49-498A-9247-1E28DB33B777}" srcOrd="1" destOrd="0" parTransId="{AB99CFA9-2949-4536-90A2-A392D6DB8162}" sibTransId="{7697FF20-E57D-4139-A01A-F5A25B46996B}"/>
    <dgm:cxn modelId="{1C7F5D46-5E54-48CE-80FB-FB8D768A8EFE}" srcId="{22565112-F9AE-494E-AD6F-74F7404C5510}" destId="{DEC827CA-EE83-4B8D-ACD4-E9C9E8C84B8D}" srcOrd="3" destOrd="0" parTransId="{3BF61218-3889-41A1-BC53-86C9D51A3590}" sibTransId="{8095AFA8-2192-42B9-B23B-01DC0FF3A63F}"/>
    <dgm:cxn modelId="{6C9F6C49-F234-41A8-AE48-C6E778E15D47}" type="presOf" srcId="{A18AA7A3-D013-434C-81BA-D4084C1B98F4}" destId="{6E32D15B-8D62-4902-B49E-4F55E1175019}" srcOrd="0" destOrd="0" presId="urn:microsoft.com/office/officeart/2016/7/layout/RepeatingBendingProcessNew"/>
    <dgm:cxn modelId="{1447074C-6273-402F-94EF-08BCB0FFA8EF}" type="presOf" srcId="{A93A57EA-3DE0-4240-883A-F48BE1E219CA}" destId="{7D47B1F4-1D8B-4728-9A85-56C35AEFC49E}" srcOrd="1" destOrd="0" presId="urn:microsoft.com/office/officeart/2016/7/layout/RepeatingBendingProcessNew"/>
    <dgm:cxn modelId="{5FFBB651-662C-4227-930E-D57DA247C503}" srcId="{22565112-F9AE-494E-AD6F-74F7404C5510}" destId="{DE2F7C02-89E9-4E99-AD16-AEEB43BEE08A}" srcOrd="8" destOrd="0" parTransId="{BAC86D89-B0AC-4051-86D5-92014D4F6B53}" sibTransId="{C301C16F-776D-4ED3-8FBD-02820BC10321}"/>
    <dgm:cxn modelId="{DD2C2874-AC32-4D74-A73D-11810C385471}" type="presOf" srcId="{22565112-F9AE-494E-AD6F-74F7404C5510}" destId="{9C25AB3D-BE2A-4853-9923-0D62D529ABF6}" srcOrd="0" destOrd="0" presId="urn:microsoft.com/office/officeart/2016/7/layout/RepeatingBendingProcessNew"/>
    <dgm:cxn modelId="{C53E3D54-3084-4117-94CE-19A46A3B3519}" srcId="{22565112-F9AE-494E-AD6F-74F7404C5510}" destId="{390965A6-B5D9-4B55-BE73-F0975B38C087}" srcOrd="4" destOrd="0" parTransId="{5A7B920B-F475-4305-BEAE-6E5F384EA342}" sibTransId="{99A848E7-DB90-4124-826E-665F8E756728}"/>
    <dgm:cxn modelId="{5FCB747A-7CB5-449B-BDE2-83F77AD88DFA}" type="presOf" srcId="{7697FF20-E57D-4139-A01A-F5A25B46996B}" destId="{2B0DA5DA-A612-440B-9CBE-0E25F49667DD}" srcOrd="1" destOrd="0" presId="urn:microsoft.com/office/officeart/2016/7/layout/RepeatingBendingProcessNew"/>
    <dgm:cxn modelId="{94875190-FFB3-4887-8DD2-004175B7CFAE}" type="presOf" srcId="{99A848E7-DB90-4124-826E-665F8E756728}" destId="{7EE31970-E6A6-4BDF-8633-4137804FDEAB}" srcOrd="1" destOrd="0" presId="urn:microsoft.com/office/officeart/2016/7/layout/RepeatingBendingProcessNew"/>
    <dgm:cxn modelId="{FE00EB94-2343-4ED8-9DD1-7373697A11D6}" srcId="{22565112-F9AE-494E-AD6F-74F7404C5510}" destId="{3B7F53F6-493F-428C-958C-28494B32D2AA}" srcOrd="2" destOrd="0" parTransId="{F9EAF9FA-14A5-4846-8D95-BB0E727A2E8A}" sibTransId="{6D164EC4-D53B-4347-B1FF-7AFF40B495CB}"/>
    <dgm:cxn modelId="{5D40F19A-85C0-486A-A299-55094E5DAE92}" type="presOf" srcId="{47FE0C9E-5A1E-42FB-866B-8C997F69899A}" destId="{7E809DBB-2D90-4F0D-88DC-232A9525D83D}" srcOrd="1" destOrd="0" presId="urn:microsoft.com/office/officeart/2016/7/layout/RepeatingBendingProcessNew"/>
    <dgm:cxn modelId="{95CB5D9C-18CA-412D-813B-EAC808E2C195}" type="presOf" srcId="{6D164EC4-D53B-4347-B1FF-7AFF40B495CB}" destId="{83B4D941-6530-4D73-8573-FA1532FCD287}" srcOrd="0" destOrd="0" presId="urn:microsoft.com/office/officeart/2016/7/layout/RepeatingBendingProcessNew"/>
    <dgm:cxn modelId="{A4DE44A1-9E1E-4F8D-8F16-0657C1C3093F}" srcId="{22565112-F9AE-494E-AD6F-74F7404C5510}" destId="{B24E26BE-1C68-4486-828A-8804093B594F}" srcOrd="7" destOrd="0" parTransId="{81252CDB-A3A3-4989-8A74-F2B2BF04162E}" sibTransId="{A93A57EA-3DE0-4240-883A-F48BE1E219CA}"/>
    <dgm:cxn modelId="{977B38B4-2E68-4D2C-B7DF-8153219F3415}" type="presOf" srcId="{226BE686-BD12-463D-B2E2-D381E1D19948}" destId="{0EE74130-B44D-4479-82AE-C2E72A2BB3DD}" srcOrd="0" destOrd="0" presId="urn:microsoft.com/office/officeart/2016/7/layout/RepeatingBendingProcessNew"/>
    <dgm:cxn modelId="{841952B8-39D3-492F-9CD3-5E7030F828ED}" type="presOf" srcId="{47FE0C9E-5A1E-42FB-866B-8C997F69899A}" destId="{802DBF3F-DB35-4751-A806-4E3C3A265A77}" srcOrd="0" destOrd="0" presId="urn:microsoft.com/office/officeart/2016/7/layout/RepeatingBendingProcessNew"/>
    <dgm:cxn modelId="{0EBD78C1-6100-4CD4-A9C3-91DF10448281}" type="presOf" srcId="{3B7F53F6-493F-428C-958C-28494B32D2AA}" destId="{9AFC24C9-E528-48DA-9972-8CF2A5942D34}" srcOrd="0" destOrd="0" presId="urn:microsoft.com/office/officeart/2016/7/layout/RepeatingBendingProcessNew"/>
    <dgm:cxn modelId="{D072FACC-9BAA-4E1E-9E6A-82C62D81810C}" type="presOf" srcId="{329EBD59-1FCC-4A5C-8F3A-4BC3258383B2}" destId="{A836F836-7F9A-47CD-85A0-8E66FDCEF2DF}" srcOrd="0" destOrd="0" presId="urn:microsoft.com/office/officeart/2016/7/layout/RepeatingBendingProcessNew"/>
    <dgm:cxn modelId="{A863EDCD-87F2-4297-80A9-256444C620A8}" type="presOf" srcId="{8095AFA8-2192-42B9-B23B-01DC0FF3A63F}" destId="{93908F92-EB9F-4FD8-8E43-BA83B219BBC0}" srcOrd="1" destOrd="0" presId="urn:microsoft.com/office/officeart/2016/7/layout/RepeatingBendingProcessNew"/>
    <dgm:cxn modelId="{0EBA9DD6-3AFB-485E-87CB-B2E367B9C33C}" srcId="{22565112-F9AE-494E-AD6F-74F7404C5510}" destId="{19589AF4-56FF-441F-8BDA-32A08529240A}" srcOrd="0" destOrd="0" parTransId="{AA575CE3-FEC1-4E7E-AF5B-83483BF9B0E8}" sibTransId="{226BE686-BD12-463D-B2E2-D381E1D19948}"/>
    <dgm:cxn modelId="{EB5A96D8-2994-4144-BDE8-71A798FE6F56}" type="presOf" srcId="{6D164EC4-D53B-4347-B1FF-7AFF40B495CB}" destId="{65E24BC2-610F-4742-B933-AF5FCFB1AA09}" srcOrd="1" destOrd="0" presId="urn:microsoft.com/office/officeart/2016/7/layout/RepeatingBendingProcessNew"/>
    <dgm:cxn modelId="{78DBC3E7-2F87-4CF6-B86A-1A5CE9B1269D}" type="presOf" srcId="{B2157B9D-BB49-498A-9247-1E28DB33B777}" destId="{C456A260-76CD-45C5-9B6D-10E2534B8DB0}" srcOrd="0" destOrd="0" presId="urn:microsoft.com/office/officeart/2016/7/layout/RepeatingBendingProcessNew"/>
    <dgm:cxn modelId="{E1A5B2EA-A802-4F9F-BE1C-AE9964AB4FD3}" type="presOf" srcId="{A93A57EA-3DE0-4240-883A-F48BE1E219CA}" destId="{B0DA1A69-500F-4380-A0F5-D393AE7C1C3C}" srcOrd="0" destOrd="0" presId="urn:microsoft.com/office/officeart/2016/7/layout/RepeatingBendingProcessNew"/>
    <dgm:cxn modelId="{AFE3A8F0-9621-4364-B1DE-17CE7D48ED93}" type="presOf" srcId="{99A848E7-DB90-4124-826E-665F8E756728}" destId="{32A39CF2-01E1-441F-9F65-3CB4802B1F11}" srcOrd="0" destOrd="0" presId="urn:microsoft.com/office/officeart/2016/7/layout/RepeatingBendingProcessNew"/>
    <dgm:cxn modelId="{8A87D2F9-BD53-48B6-9EFA-D09C2112B8A3}" type="presOf" srcId="{DE2F7C02-89E9-4E99-AD16-AEEB43BEE08A}" destId="{E6CB048F-12B9-4654-BBC1-9F9645C5AF3F}" srcOrd="0" destOrd="0" presId="urn:microsoft.com/office/officeart/2016/7/layout/RepeatingBendingProcessNew"/>
    <dgm:cxn modelId="{407D86FC-104F-4EA5-8755-79725AB96D76}" type="presOf" srcId="{DEC827CA-EE83-4B8D-ACD4-E9C9E8C84B8D}" destId="{1F5F6085-AEA0-4D59-84E3-7AA46DD74D71}" srcOrd="0" destOrd="0" presId="urn:microsoft.com/office/officeart/2016/7/layout/RepeatingBendingProcessNew"/>
    <dgm:cxn modelId="{23D9C46D-74E4-4392-800C-5E3F329C5B51}" type="presParOf" srcId="{9C25AB3D-BE2A-4853-9923-0D62D529ABF6}" destId="{EBF72470-05A1-441E-A369-695AD34AF4A4}" srcOrd="0" destOrd="0" presId="urn:microsoft.com/office/officeart/2016/7/layout/RepeatingBendingProcessNew"/>
    <dgm:cxn modelId="{7D6B6528-E712-49D6-BD1F-CB7BDE91333B}" type="presParOf" srcId="{9C25AB3D-BE2A-4853-9923-0D62D529ABF6}" destId="{0EE74130-B44D-4479-82AE-C2E72A2BB3DD}" srcOrd="1" destOrd="0" presId="urn:microsoft.com/office/officeart/2016/7/layout/RepeatingBendingProcessNew"/>
    <dgm:cxn modelId="{40C1B96E-3AF9-45E7-B0A9-2B1B89CAC98E}" type="presParOf" srcId="{0EE74130-B44D-4479-82AE-C2E72A2BB3DD}" destId="{CC17F8C4-97DF-4E7E-8C30-04C878543923}" srcOrd="0" destOrd="0" presId="urn:microsoft.com/office/officeart/2016/7/layout/RepeatingBendingProcessNew"/>
    <dgm:cxn modelId="{56883A7D-56A1-430F-AC77-587CFACB2E99}" type="presParOf" srcId="{9C25AB3D-BE2A-4853-9923-0D62D529ABF6}" destId="{C456A260-76CD-45C5-9B6D-10E2534B8DB0}" srcOrd="2" destOrd="0" presId="urn:microsoft.com/office/officeart/2016/7/layout/RepeatingBendingProcessNew"/>
    <dgm:cxn modelId="{C36838CA-4329-478E-98BA-42F868A5FDFA}" type="presParOf" srcId="{9C25AB3D-BE2A-4853-9923-0D62D529ABF6}" destId="{DBCB6E72-C95B-4712-B9B2-078FA5BB563B}" srcOrd="3" destOrd="0" presId="urn:microsoft.com/office/officeart/2016/7/layout/RepeatingBendingProcessNew"/>
    <dgm:cxn modelId="{8C24397A-3F65-4D45-9045-79A89C0DCE3A}" type="presParOf" srcId="{DBCB6E72-C95B-4712-B9B2-078FA5BB563B}" destId="{2B0DA5DA-A612-440B-9CBE-0E25F49667DD}" srcOrd="0" destOrd="0" presId="urn:microsoft.com/office/officeart/2016/7/layout/RepeatingBendingProcessNew"/>
    <dgm:cxn modelId="{6C24D40F-A109-4C84-8E58-50049006C5F5}" type="presParOf" srcId="{9C25AB3D-BE2A-4853-9923-0D62D529ABF6}" destId="{9AFC24C9-E528-48DA-9972-8CF2A5942D34}" srcOrd="4" destOrd="0" presId="urn:microsoft.com/office/officeart/2016/7/layout/RepeatingBendingProcessNew"/>
    <dgm:cxn modelId="{C21EB14F-22D8-4037-AB5E-51A600B7B5AB}" type="presParOf" srcId="{9C25AB3D-BE2A-4853-9923-0D62D529ABF6}" destId="{83B4D941-6530-4D73-8573-FA1532FCD287}" srcOrd="5" destOrd="0" presId="urn:microsoft.com/office/officeart/2016/7/layout/RepeatingBendingProcessNew"/>
    <dgm:cxn modelId="{BC967466-524B-4CCA-ACF3-7889E7D7707A}" type="presParOf" srcId="{83B4D941-6530-4D73-8573-FA1532FCD287}" destId="{65E24BC2-610F-4742-B933-AF5FCFB1AA09}" srcOrd="0" destOrd="0" presId="urn:microsoft.com/office/officeart/2016/7/layout/RepeatingBendingProcessNew"/>
    <dgm:cxn modelId="{5029D0EB-8FB3-496A-9CCD-1100AA8B92DE}" type="presParOf" srcId="{9C25AB3D-BE2A-4853-9923-0D62D529ABF6}" destId="{1F5F6085-AEA0-4D59-84E3-7AA46DD74D71}" srcOrd="6" destOrd="0" presId="urn:microsoft.com/office/officeart/2016/7/layout/RepeatingBendingProcessNew"/>
    <dgm:cxn modelId="{C8274EC5-FFC3-4E5A-B15E-4AD6495EC977}" type="presParOf" srcId="{9C25AB3D-BE2A-4853-9923-0D62D529ABF6}" destId="{6C74A913-62B8-4F55-98F3-3EA794E02328}" srcOrd="7" destOrd="0" presId="urn:microsoft.com/office/officeart/2016/7/layout/RepeatingBendingProcessNew"/>
    <dgm:cxn modelId="{0835044F-D162-49A0-915E-B256FC6DBC62}" type="presParOf" srcId="{6C74A913-62B8-4F55-98F3-3EA794E02328}" destId="{93908F92-EB9F-4FD8-8E43-BA83B219BBC0}" srcOrd="0" destOrd="0" presId="urn:microsoft.com/office/officeart/2016/7/layout/RepeatingBendingProcessNew"/>
    <dgm:cxn modelId="{0B5E99E2-6C79-49AC-BF21-B88C9EC92BB6}" type="presParOf" srcId="{9C25AB3D-BE2A-4853-9923-0D62D529ABF6}" destId="{53D90660-5E66-4A80-A9F7-C6F2653009A7}" srcOrd="8" destOrd="0" presId="urn:microsoft.com/office/officeart/2016/7/layout/RepeatingBendingProcessNew"/>
    <dgm:cxn modelId="{E04C193A-589D-409C-8C3E-B9BA17AEC1F4}" type="presParOf" srcId="{9C25AB3D-BE2A-4853-9923-0D62D529ABF6}" destId="{32A39CF2-01E1-441F-9F65-3CB4802B1F11}" srcOrd="9" destOrd="0" presId="urn:microsoft.com/office/officeart/2016/7/layout/RepeatingBendingProcessNew"/>
    <dgm:cxn modelId="{93D8E068-F141-4700-9D1A-C3AB66F6797F}" type="presParOf" srcId="{32A39CF2-01E1-441F-9F65-3CB4802B1F11}" destId="{7EE31970-E6A6-4BDF-8633-4137804FDEAB}" srcOrd="0" destOrd="0" presId="urn:microsoft.com/office/officeart/2016/7/layout/RepeatingBendingProcessNew"/>
    <dgm:cxn modelId="{3D212483-0807-481D-9A2B-3FF905A9EE65}" type="presParOf" srcId="{9C25AB3D-BE2A-4853-9923-0D62D529ABF6}" destId="{33BC48C5-EEE2-4933-956B-99D4CB43707A}" srcOrd="10" destOrd="0" presId="urn:microsoft.com/office/officeart/2016/7/layout/RepeatingBendingProcessNew"/>
    <dgm:cxn modelId="{6D251D65-8E93-4D44-B81B-50B157382425}" type="presParOf" srcId="{9C25AB3D-BE2A-4853-9923-0D62D529ABF6}" destId="{802DBF3F-DB35-4751-A806-4E3C3A265A77}" srcOrd="11" destOrd="0" presId="urn:microsoft.com/office/officeart/2016/7/layout/RepeatingBendingProcessNew"/>
    <dgm:cxn modelId="{F6613424-C8F3-4F10-B405-CA095FEB6A2A}" type="presParOf" srcId="{802DBF3F-DB35-4751-A806-4E3C3A265A77}" destId="{7E809DBB-2D90-4F0D-88DC-232A9525D83D}" srcOrd="0" destOrd="0" presId="urn:microsoft.com/office/officeart/2016/7/layout/RepeatingBendingProcessNew"/>
    <dgm:cxn modelId="{D29E83C7-9358-4CF5-8D84-834C9CAD5C5C}" type="presParOf" srcId="{9C25AB3D-BE2A-4853-9923-0D62D529ABF6}" destId="{A836F836-7F9A-47CD-85A0-8E66FDCEF2DF}" srcOrd="12" destOrd="0" presId="urn:microsoft.com/office/officeart/2016/7/layout/RepeatingBendingProcessNew"/>
    <dgm:cxn modelId="{2B05F58C-249C-4234-890D-258F280FB8F9}" type="presParOf" srcId="{9C25AB3D-BE2A-4853-9923-0D62D529ABF6}" destId="{6E32D15B-8D62-4902-B49E-4F55E1175019}" srcOrd="13" destOrd="0" presId="urn:microsoft.com/office/officeart/2016/7/layout/RepeatingBendingProcessNew"/>
    <dgm:cxn modelId="{DD1240C3-7635-4520-9679-1FC5A3F5A718}" type="presParOf" srcId="{6E32D15B-8D62-4902-B49E-4F55E1175019}" destId="{593BC6F5-7793-4EF7-9D7E-CB347ABCF3AD}" srcOrd="0" destOrd="0" presId="urn:microsoft.com/office/officeart/2016/7/layout/RepeatingBendingProcessNew"/>
    <dgm:cxn modelId="{B6C1B023-CE3A-4809-9901-D62119870A0D}" type="presParOf" srcId="{9C25AB3D-BE2A-4853-9923-0D62D529ABF6}" destId="{70443F20-43FF-422A-BE90-D7815C5FEFA5}" srcOrd="14" destOrd="0" presId="urn:microsoft.com/office/officeart/2016/7/layout/RepeatingBendingProcessNew"/>
    <dgm:cxn modelId="{01F68FAA-0591-423F-8969-58919D684228}" type="presParOf" srcId="{9C25AB3D-BE2A-4853-9923-0D62D529ABF6}" destId="{B0DA1A69-500F-4380-A0F5-D393AE7C1C3C}" srcOrd="15" destOrd="0" presId="urn:microsoft.com/office/officeart/2016/7/layout/RepeatingBendingProcessNew"/>
    <dgm:cxn modelId="{A36BAF6B-7DAE-4BB2-B540-10B08B8C1878}" type="presParOf" srcId="{B0DA1A69-500F-4380-A0F5-D393AE7C1C3C}" destId="{7D47B1F4-1D8B-4728-9A85-56C35AEFC49E}" srcOrd="0" destOrd="0" presId="urn:microsoft.com/office/officeart/2016/7/layout/RepeatingBendingProcessNew"/>
    <dgm:cxn modelId="{9FD1CDCF-0B3E-440F-82C8-87041EB8CD7C}" type="presParOf" srcId="{9C25AB3D-BE2A-4853-9923-0D62D529ABF6}" destId="{E6CB048F-12B9-4654-BBC1-9F9645C5AF3F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F3AB9-E182-46A5-9DB5-4F5E9838EC96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Romans Road reveals the Gospel through Paul's letter to the Romans.</a:t>
          </a:r>
        </a:p>
      </dsp:txBody>
      <dsp:txXfrm>
        <a:off x="32418" y="32418"/>
        <a:ext cx="5772143" cy="1041985"/>
      </dsp:txXfrm>
    </dsp:sp>
    <dsp:sp modelId="{B8C4629A-A0A9-46AC-8463-5C2FA7ECB8C2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It explains sin, salvation, and life in the Spirit.</a:t>
          </a:r>
        </a:p>
      </dsp:txBody>
      <dsp:txXfrm>
        <a:off x="647108" y="1323709"/>
        <a:ext cx="5567530" cy="1041985"/>
      </dsp:txXfrm>
    </dsp:sp>
    <dsp:sp modelId="{9D8E5F4C-7BDE-458C-BE80-323501D4825D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 timeless journey of faith and transformation.</a:t>
          </a:r>
        </a:p>
      </dsp:txBody>
      <dsp:txXfrm>
        <a:off x="1261798" y="2615001"/>
        <a:ext cx="5567530" cy="1041985"/>
      </dsp:txXfrm>
    </dsp:sp>
    <dsp:sp modelId="{A9A50433-62D2-4CF8-A47A-8C2B9253CC62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47E38FF3-1736-42F7-A798-1E5300A2FD4A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99512C-6657-4BF5-9A81-EA7B5A3726D2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All have sinned and fall short of God's glory.</a:t>
          </a:r>
        </a:p>
      </dsp:txBody>
      <dsp:txXfrm>
        <a:off x="32418" y="32418"/>
        <a:ext cx="5772143" cy="1041985"/>
      </dsp:txXfrm>
    </dsp:sp>
    <dsp:sp modelId="{24B08FC0-1936-4587-BF95-488E7883C91B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Sin separates us from God and reveals our need for grace.</a:t>
          </a:r>
        </a:p>
      </dsp:txBody>
      <dsp:txXfrm>
        <a:off x="647108" y="1323709"/>
        <a:ext cx="5567530" cy="1041985"/>
      </dsp:txXfrm>
    </dsp:sp>
    <dsp:sp modelId="{484FF6CD-2ED6-4B03-9C68-85E05DCCB7E1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Key Idea: Awareness of sin brings humility and dependence on God.</a:t>
          </a:r>
        </a:p>
      </dsp:txBody>
      <dsp:txXfrm>
        <a:off x="1261798" y="2615001"/>
        <a:ext cx="5567530" cy="1041985"/>
      </dsp:txXfrm>
    </dsp:sp>
    <dsp:sp modelId="{C1849BFF-64AC-4DC9-B402-1D2454EF45BA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A547384A-E5F4-49FB-AD2F-0E9EC95B1E4F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F8A55-09B2-4FCB-A349-E3E27D40DCD6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Sin’s wages are death; God’s gift is eternal life through Christ.</a:t>
          </a:r>
        </a:p>
      </dsp:txBody>
      <dsp:txXfrm>
        <a:off x="32418" y="32418"/>
        <a:ext cx="5772143" cy="1041985"/>
      </dsp:txXfrm>
    </dsp:sp>
    <dsp:sp modelId="{C8492D1F-019B-495C-B093-842D5260F319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Wages are earned; gifts are given.</a:t>
          </a:r>
        </a:p>
      </dsp:txBody>
      <dsp:txXfrm>
        <a:off x="647108" y="1323709"/>
        <a:ext cx="5567530" cy="1041985"/>
      </dsp:txXfrm>
    </dsp:sp>
    <dsp:sp modelId="{61EED9F0-A51F-4837-B269-DCE45B01C1C3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Key Idea: Grace is undeserved and freely offered.</a:t>
          </a:r>
        </a:p>
      </dsp:txBody>
      <dsp:txXfrm>
        <a:off x="1261798" y="2615001"/>
        <a:ext cx="5567530" cy="1041985"/>
      </dsp:txXfrm>
    </dsp:sp>
    <dsp:sp modelId="{8CF97DE8-46BD-485D-B71D-308FF9E9B42A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4C9F10D3-630E-4F35-A0F2-5273BCB60CAE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58D99-A114-4282-9E5F-7ED9589A3634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God demonstrated His love through Christ’s death on the cross.</a:t>
          </a:r>
        </a:p>
      </dsp:txBody>
      <dsp:txXfrm>
        <a:off x="32418" y="32418"/>
        <a:ext cx="5772143" cy="1041985"/>
      </dsp:txXfrm>
    </dsp:sp>
    <dsp:sp modelId="{8C2126AF-0097-43F8-A65C-3239285716B4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Christ took our place, satisfying both justice and mercy.</a:t>
          </a:r>
        </a:p>
      </dsp:txBody>
      <dsp:txXfrm>
        <a:off x="647108" y="1323709"/>
        <a:ext cx="5567530" cy="1041985"/>
      </dsp:txXfrm>
    </dsp:sp>
    <dsp:sp modelId="{187722D4-21FA-4150-B721-2C98FFD49FDA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Key Idea: Love is proven in sacrifice.</a:t>
          </a:r>
        </a:p>
      </dsp:txBody>
      <dsp:txXfrm>
        <a:off x="1261798" y="2615001"/>
        <a:ext cx="5567530" cy="1041985"/>
      </dsp:txXfrm>
    </dsp:sp>
    <dsp:sp modelId="{C6CC64D7-2144-407C-8882-3B64F14AAAB6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FFF1F8C3-B9D6-4B57-897F-9DD1AE31375B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7F6D07-2A8D-4119-99B4-78B4DAA85453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Salvation comes by confessing Jesus as Lord and believing in His resurrection.</a:t>
          </a:r>
        </a:p>
      </dsp:txBody>
      <dsp:txXfrm>
        <a:off x="32418" y="32418"/>
        <a:ext cx="5772143" cy="1041985"/>
      </dsp:txXfrm>
    </dsp:sp>
    <dsp:sp modelId="{121558B7-28C5-47D9-A900-073639E522FE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Faith is active trust, not passive agreement.</a:t>
          </a:r>
        </a:p>
      </dsp:txBody>
      <dsp:txXfrm>
        <a:off x="647108" y="1323709"/>
        <a:ext cx="5567530" cy="1041985"/>
      </dsp:txXfrm>
    </dsp:sp>
    <dsp:sp modelId="{21E82F15-BD15-45FF-A410-2F67691BB87D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Key Idea: Belief leads to transformation.</a:t>
          </a:r>
        </a:p>
      </dsp:txBody>
      <dsp:txXfrm>
        <a:off x="1261798" y="2615001"/>
        <a:ext cx="5567530" cy="1041985"/>
      </dsp:txXfrm>
    </dsp:sp>
    <dsp:sp modelId="{D4484CB5-3850-469A-8EA0-705BA3F836FE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AFC3F1A6-AA57-47F0-B7AE-39FE4E32483D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9B5A7F-71E0-4FFF-9614-FD367F1F3737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Everyone who calls on the Lord will be saved.</a:t>
          </a:r>
        </a:p>
      </dsp:txBody>
      <dsp:txXfrm>
        <a:off x="32418" y="32418"/>
        <a:ext cx="5772143" cy="1041985"/>
      </dsp:txXfrm>
    </dsp:sp>
    <dsp:sp modelId="{1A770F81-A234-4CDC-8052-D5054DCB3ECD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Salvation’s security rests in God’s promise, not our performance.</a:t>
          </a:r>
        </a:p>
      </dsp:txBody>
      <dsp:txXfrm>
        <a:off x="647108" y="1323709"/>
        <a:ext cx="5567530" cy="1041985"/>
      </dsp:txXfrm>
    </dsp:sp>
    <dsp:sp modelId="{471B791D-5936-4407-81A4-3199D55CCD1D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Key Idea: Confidence in Christ replaces fear and doubt.</a:t>
          </a:r>
        </a:p>
      </dsp:txBody>
      <dsp:txXfrm>
        <a:off x="1261798" y="2615001"/>
        <a:ext cx="5567530" cy="1041985"/>
      </dsp:txXfrm>
    </dsp:sp>
    <dsp:sp modelId="{AB9A70F4-9146-4599-A95D-528E549FD4DB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F8BB16D5-0BB8-40FB-8585-72794F78C822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14845-2943-484F-B7DD-B28082CFAD19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Justified by faith, we now have peace with God.</a:t>
          </a:r>
        </a:p>
      </dsp:txBody>
      <dsp:txXfrm>
        <a:off x="32418" y="32418"/>
        <a:ext cx="5772143" cy="1041985"/>
      </dsp:txXfrm>
    </dsp:sp>
    <dsp:sp modelId="{89C3BF7A-4276-4C98-A9F8-EA4A6D43FFD1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war is over; reconciliation brings harmony.</a:t>
          </a:r>
        </a:p>
      </dsp:txBody>
      <dsp:txXfrm>
        <a:off x="647108" y="1323709"/>
        <a:ext cx="5567530" cy="1041985"/>
      </dsp:txXfrm>
    </dsp:sp>
    <dsp:sp modelId="{F66D594B-5601-4FCF-A28F-14069AD5D6FD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Key Idea: Peace with God changes how we live and lead.</a:t>
          </a:r>
        </a:p>
      </dsp:txBody>
      <dsp:txXfrm>
        <a:off x="1261798" y="2615001"/>
        <a:ext cx="5567530" cy="1041985"/>
      </dsp:txXfrm>
    </dsp:sp>
    <dsp:sp modelId="{A0C00FAE-90AB-4BE5-9D8D-B4AC6AD1061D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36E3973D-3A0A-445F-92C2-6FFBED3A314E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43C6D8-2D4E-45F1-B2E9-FFEA04451E16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condemnation for those in Christ Jesus.</a:t>
          </a:r>
        </a:p>
      </dsp:txBody>
      <dsp:txXfrm>
        <a:off x="32418" y="32418"/>
        <a:ext cx="5772143" cy="1041985"/>
      </dsp:txXfrm>
    </dsp:sp>
    <dsp:sp modelId="{F52DD902-2A3D-415E-98E2-EB10A73D827D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Spirit empowers believers to live free from guilt and empowered by grace.</a:t>
          </a:r>
        </a:p>
      </dsp:txBody>
      <dsp:txXfrm>
        <a:off x="647108" y="1323709"/>
        <a:ext cx="5567530" cy="1041985"/>
      </dsp:txXfrm>
    </dsp:sp>
    <dsp:sp modelId="{116D82B5-AC57-4347-887B-483D64F35153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Idea: The Spirit transforms guilt into gratitude and strength.</a:t>
          </a:r>
        </a:p>
      </dsp:txBody>
      <dsp:txXfrm>
        <a:off x="1261798" y="2615001"/>
        <a:ext cx="5567530" cy="1041985"/>
      </dsp:txXfrm>
    </dsp:sp>
    <dsp:sp modelId="{5FBB077C-B23D-4AF7-9673-3261370E4422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DE82C36F-D5FB-411E-BA3C-0B22E02E79D1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74130-B44D-4479-82AE-C2E72A2BB3DD}">
      <dsp:nvSpPr>
        <dsp:cNvPr id="0" name=""/>
        <dsp:cNvSpPr/>
      </dsp:nvSpPr>
      <dsp:spPr>
        <a:xfrm>
          <a:off x="1902749" y="445443"/>
          <a:ext cx="3444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47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5611" y="489287"/>
        <a:ext cx="18753" cy="3750"/>
      </dsp:txXfrm>
    </dsp:sp>
    <dsp:sp modelId="{EBF72470-05A1-441E-A369-695AD34AF4A4}">
      <dsp:nvSpPr>
        <dsp:cNvPr id="0" name=""/>
        <dsp:cNvSpPr/>
      </dsp:nvSpPr>
      <dsp:spPr>
        <a:xfrm>
          <a:off x="273779" y="1932"/>
          <a:ext cx="1630770" cy="9784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9" tIns="83879" rIns="79909" bIns="8387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Romans Road Summary:</a:t>
          </a:r>
        </a:p>
      </dsp:txBody>
      <dsp:txXfrm>
        <a:off x="273779" y="1932"/>
        <a:ext cx="1630770" cy="978462"/>
      </dsp:txXfrm>
    </dsp:sp>
    <dsp:sp modelId="{DBCB6E72-C95B-4712-B9B2-078FA5BB563B}">
      <dsp:nvSpPr>
        <dsp:cNvPr id="0" name=""/>
        <dsp:cNvSpPr/>
      </dsp:nvSpPr>
      <dsp:spPr>
        <a:xfrm>
          <a:off x="3908596" y="445443"/>
          <a:ext cx="3444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477" y="45720"/>
              </a:lnTo>
            </a:path>
          </a:pathLst>
        </a:custGeom>
        <a:noFill/>
        <a:ln w="9525" cap="flat" cmpd="sng" algn="ctr">
          <a:solidFill>
            <a:schemeClr val="accent2">
              <a:hueOff val="668788"/>
              <a:satOff val="-834"/>
              <a:lumOff val="19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1458" y="489287"/>
        <a:ext cx="18753" cy="3750"/>
      </dsp:txXfrm>
    </dsp:sp>
    <dsp:sp modelId="{C456A260-76CD-45C5-9B6D-10E2534B8DB0}">
      <dsp:nvSpPr>
        <dsp:cNvPr id="0" name=""/>
        <dsp:cNvSpPr/>
      </dsp:nvSpPr>
      <dsp:spPr>
        <a:xfrm>
          <a:off x="2279626" y="1932"/>
          <a:ext cx="1630770" cy="978462"/>
        </a:xfrm>
        <a:prstGeom prst="rect">
          <a:avLst/>
        </a:prstGeom>
        <a:solidFill>
          <a:schemeClr val="accent2">
            <a:hueOff val="585190"/>
            <a:satOff val="-730"/>
            <a:lumOff val="1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9" tIns="83879" rIns="79909" bIns="8387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1. Sin – Romans 3:23</a:t>
          </a:r>
        </a:p>
      </dsp:txBody>
      <dsp:txXfrm>
        <a:off x="2279626" y="1932"/>
        <a:ext cx="1630770" cy="978462"/>
      </dsp:txXfrm>
    </dsp:sp>
    <dsp:sp modelId="{83B4D941-6530-4D73-8573-FA1532FCD287}">
      <dsp:nvSpPr>
        <dsp:cNvPr id="0" name=""/>
        <dsp:cNvSpPr/>
      </dsp:nvSpPr>
      <dsp:spPr>
        <a:xfrm>
          <a:off x="5914444" y="445443"/>
          <a:ext cx="3444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477" y="45720"/>
              </a:lnTo>
            </a:path>
          </a:pathLst>
        </a:custGeom>
        <a:noFill/>
        <a:ln w="9525" cap="flat" cmpd="sng" algn="ctr">
          <a:solidFill>
            <a:schemeClr val="accent2">
              <a:hueOff val="1337577"/>
              <a:satOff val="-1668"/>
              <a:lumOff val="39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77305" y="489287"/>
        <a:ext cx="18753" cy="3750"/>
      </dsp:txXfrm>
    </dsp:sp>
    <dsp:sp modelId="{9AFC24C9-E528-48DA-9972-8CF2A5942D34}">
      <dsp:nvSpPr>
        <dsp:cNvPr id="0" name=""/>
        <dsp:cNvSpPr/>
      </dsp:nvSpPr>
      <dsp:spPr>
        <a:xfrm>
          <a:off x="4285474" y="1932"/>
          <a:ext cx="1630770" cy="978462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9" tIns="83879" rIns="79909" bIns="8387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2. Death – Romans 6:23</a:t>
          </a:r>
        </a:p>
      </dsp:txBody>
      <dsp:txXfrm>
        <a:off x="4285474" y="1932"/>
        <a:ext cx="1630770" cy="978462"/>
      </dsp:txXfrm>
    </dsp:sp>
    <dsp:sp modelId="{6C74A913-62B8-4F55-98F3-3EA794E02328}">
      <dsp:nvSpPr>
        <dsp:cNvPr id="0" name=""/>
        <dsp:cNvSpPr/>
      </dsp:nvSpPr>
      <dsp:spPr>
        <a:xfrm>
          <a:off x="1089164" y="978594"/>
          <a:ext cx="6017542" cy="344477"/>
        </a:xfrm>
        <a:custGeom>
          <a:avLst/>
          <a:gdLst/>
          <a:ahLst/>
          <a:cxnLst/>
          <a:rect l="0" t="0" r="0" b="0"/>
          <a:pathLst>
            <a:path>
              <a:moveTo>
                <a:pt x="6017542" y="0"/>
              </a:moveTo>
              <a:lnTo>
                <a:pt x="6017542" y="189338"/>
              </a:lnTo>
              <a:lnTo>
                <a:pt x="0" y="189338"/>
              </a:lnTo>
              <a:lnTo>
                <a:pt x="0" y="344477"/>
              </a:lnTo>
            </a:path>
          </a:pathLst>
        </a:custGeom>
        <a:noFill/>
        <a:ln w="9525" cap="flat" cmpd="sng" algn="ctr">
          <a:solidFill>
            <a:schemeClr val="accent2">
              <a:hueOff val="2006365"/>
              <a:satOff val="-2502"/>
              <a:lumOff val="58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47204" y="1148957"/>
        <a:ext cx="301461" cy="3750"/>
      </dsp:txXfrm>
    </dsp:sp>
    <dsp:sp modelId="{1F5F6085-AEA0-4D59-84E3-7AA46DD74D71}">
      <dsp:nvSpPr>
        <dsp:cNvPr id="0" name=""/>
        <dsp:cNvSpPr/>
      </dsp:nvSpPr>
      <dsp:spPr>
        <a:xfrm>
          <a:off x="6291321" y="1932"/>
          <a:ext cx="1630770" cy="978462"/>
        </a:xfrm>
        <a:prstGeom prst="rect">
          <a:avLst/>
        </a:prstGeom>
        <a:solidFill>
          <a:schemeClr val="accent2">
            <a:hueOff val="1755570"/>
            <a:satOff val="-2190"/>
            <a:lumOff val="5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9" tIns="83879" rIns="79909" bIns="8387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3. Love – Romans 5:8</a:t>
          </a:r>
        </a:p>
      </dsp:txBody>
      <dsp:txXfrm>
        <a:off x="6291321" y="1932"/>
        <a:ext cx="1630770" cy="978462"/>
      </dsp:txXfrm>
    </dsp:sp>
    <dsp:sp modelId="{32A39CF2-01E1-441F-9F65-3CB4802B1F11}">
      <dsp:nvSpPr>
        <dsp:cNvPr id="0" name=""/>
        <dsp:cNvSpPr/>
      </dsp:nvSpPr>
      <dsp:spPr>
        <a:xfrm>
          <a:off x="1902749" y="1798982"/>
          <a:ext cx="3444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477" y="45720"/>
              </a:lnTo>
            </a:path>
          </a:pathLst>
        </a:custGeom>
        <a:noFill/>
        <a:ln w="9525" cap="flat" cmpd="sng" algn="ctr">
          <a:solidFill>
            <a:schemeClr val="accent2">
              <a:hueOff val="2675154"/>
              <a:satOff val="-3337"/>
              <a:lumOff val="78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65611" y="1842827"/>
        <a:ext cx="18753" cy="3750"/>
      </dsp:txXfrm>
    </dsp:sp>
    <dsp:sp modelId="{53D90660-5E66-4A80-A9F7-C6F2653009A7}">
      <dsp:nvSpPr>
        <dsp:cNvPr id="0" name=""/>
        <dsp:cNvSpPr/>
      </dsp:nvSpPr>
      <dsp:spPr>
        <a:xfrm>
          <a:off x="273779" y="1355471"/>
          <a:ext cx="1630770" cy="978462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9" tIns="83879" rIns="79909" bIns="8387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Faith – Romans 10:9</a:t>
          </a:r>
        </a:p>
      </dsp:txBody>
      <dsp:txXfrm>
        <a:off x="273779" y="1355471"/>
        <a:ext cx="1630770" cy="978462"/>
      </dsp:txXfrm>
    </dsp:sp>
    <dsp:sp modelId="{802DBF3F-DB35-4751-A806-4E3C3A265A77}">
      <dsp:nvSpPr>
        <dsp:cNvPr id="0" name=""/>
        <dsp:cNvSpPr/>
      </dsp:nvSpPr>
      <dsp:spPr>
        <a:xfrm>
          <a:off x="3908596" y="1798982"/>
          <a:ext cx="3444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477" y="45720"/>
              </a:lnTo>
            </a:path>
          </a:pathLst>
        </a:custGeom>
        <a:noFill/>
        <a:ln w="9525" cap="flat" cmpd="sng" algn="ctr">
          <a:solidFill>
            <a:schemeClr val="accent2">
              <a:hueOff val="3343942"/>
              <a:satOff val="-4171"/>
              <a:lumOff val="98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71458" y="1842827"/>
        <a:ext cx="18753" cy="3750"/>
      </dsp:txXfrm>
    </dsp:sp>
    <dsp:sp modelId="{33BC48C5-EEE2-4933-956B-99D4CB43707A}">
      <dsp:nvSpPr>
        <dsp:cNvPr id="0" name=""/>
        <dsp:cNvSpPr/>
      </dsp:nvSpPr>
      <dsp:spPr>
        <a:xfrm>
          <a:off x="2279626" y="1355471"/>
          <a:ext cx="1630770" cy="978462"/>
        </a:xfrm>
        <a:prstGeom prst="rect">
          <a:avLst/>
        </a:prstGeom>
        <a:solidFill>
          <a:schemeClr val="accent2">
            <a:hueOff val="2925949"/>
            <a:satOff val="-3649"/>
            <a:lumOff val="8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9" tIns="83879" rIns="79909" bIns="8387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5. Assurance – Romans 10:13</a:t>
          </a:r>
        </a:p>
      </dsp:txBody>
      <dsp:txXfrm>
        <a:off x="2279626" y="1355471"/>
        <a:ext cx="1630770" cy="978462"/>
      </dsp:txXfrm>
    </dsp:sp>
    <dsp:sp modelId="{6E32D15B-8D62-4902-B49E-4F55E1175019}">
      <dsp:nvSpPr>
        <dsp:cNvPr id="0" name=""/>
        <dsp:cNvSpPr/>
      </dsp:nvSpPr>
      <dsp:spPr>
        <a:xfrm>
          <a:off x="5914444" y="1798982"/>
          <a:ext cx="3444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4477" y="45720"/>
              </a:lnTo>
            </a:path>
          </a:pathLst>
        </a:custGeom>
        <a:noFill/>
        <a:ln w="9525" cap="flat" cmpd="sng" algn="ctr">
          <a:solidFill>
            <a:schemeClr val="accent2">
              <a:hueOff val="4012731"/>
              <a:satOff val="-5005"/>
              <a:lumOff val="117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77305" y="1842827"/>
        <a:ext cx="18753" cy="3750"/>
      </dsp:txXfrm>
    </dsp:sp>
    <dsp:sp modelId="{A836F836-7F9A-47CD-85A0-8E66FDCEF2DF}">
      <dsp:nvSpPr>
        <dsp:cNvPr id="0" name=""/>
        <dsp:cNvSpPr/>
      </dsp:nvSpPr>
      <dsp:spPr>
        <a:xfrm>
          <a:off x="4285474" y="1355471"/>
          <a:ext cx="1630770" cy="978462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9" tIns="83879" rIns="79909" bIns="8387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6. Peace – Romans 5:1</a:t>
          </a:r>
        </a:p>
      </dsp:txBody>
      <dsp:txXfrm>
        <a:off x="4285474" y="1355471"/>
        <a:ext cx="1630770" cy="978462"/>
      </dsp:txXfrm>
    </dsp:sp>
    <dsp:sp modelId="{B0DA1A69-500F-4380-A0F5-D393AE7C1C3C}">
      <dsp:nvSpPr>
        <dsp:cNvPr id="0" name=""/>
        <dsp:cNvSpPr/>
      </dsp:nvSpPr>
      <dsp:spPr>
        <a:xfrm>
          <a:off x="1089164" y="2332133"/>
          <a:ext cx="6017542" cy="344477"/>
        </a:xfrm>
        <a:custGeom>
          <a:avLst/>
          <a:gdLst/>
          <a:ahLst/>
          <a:cxnLst/>
          <a:rect l="0" t="0" r="0" b="0"/>
          <a:pathLst>
            <a:path>
              <a:moveTo>
                <a:pt x="6017542" y="0"/>
              </a:moveTo>
              <a:lnTo>
                <a:pt x="6017542" y="189338"/>
              </a:lnTo>
              <a:lnTo>
                <a:pt x="0" y="189338"/>
              </a:lnTo>
              <a:lnTo>
                <a:pt x="0" y="344477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47204" y="2502496"/>
        <a:ext cx="301461" cy="3750"/>
      </dsp:txXfrm>
    </dsp:sp>
    <dsp:sp modelId="{70443F20-43FF-422A-BE90-D7815C5FEFA5}">
      <dsp:nvSpPr>
        <dsp:cNvPr id="0" name=""/>
        <dsp:cNvSpPr/>
      </dsp:nvSpPr>
      <dsp:spPr>
        <a:xfrm>
          <a:off x="6291321" y="1355471"/>
          <a:ext cx="1630770" cy="978462"/>
        </a:xfrm>
        <a:prstGeom prst="rect">
          <a:avLst/>
        </a:prstGeom>
        <a:solidFill>
          <a:schemeClr val="accent2">
            <a:hueOff val="4096329"/>
            <a:satOff val="-5109"/>
            <a:lumOff val="12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9" tIns="83879" rIns="79909" bIns="8387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7. Spirit – Romans 8:1</a:t>
          </a:r>
        </a:p>
      </dsp:txBody>
      <dsp:txXfrm>
        <a:off x="6291321" y="1355471"/>
        <a:ext cx="1630770" cy="978462"/>
      </dsp:txXfrm>
    </dsp:sp>
    <dsp:sp modelId="{E6CB048F-12B9-4654-BBC1-9F9645C5AF3F}">
      <dsp:nvSpPr>
        <dsp:cNvPr id="0" name=""/>
        <dsp:cNvSpPr/>
      </dsp:nvSpPr>
      <dsp:spPr>
        <a:xfrm>
          <a:off x="273779" y="2709010"/>
          <a:ext cx="1630770" cy="97846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9" tIns="83879" rIns="79909" bIns="8387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From guilt to grace, from sin to salvation — a journey to eternal life.</a:t>
          </a:r>
        </a:p>
      </dsp:txBody>
      <dsp:txXfrm>
        <a:off x="273779" y="2709010"/>
        <a:ext cx="1630770" cy="978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A74E3-3817-4850-92B2-69489D8FF2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99FCA-FAAB-492F-93FF-29B7AA84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2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3E6B-91D2-48C3-8BA0-96E8FD43D142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461AF-5B7D-48C3-9B19-B09918660842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9888-BE10-4D92-8A70-25371E05E67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DBD2-AA8B-4F01-8255-479678E130A6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25F9B-76FC-4858-9C6E-EF7C533728C9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73C1-814C-4669-A0A6-BD5394D0C7FA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4-0859-4EAC-9D11-00F16C6203E9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8DD6-9F66-40B7-9665-7A9C62DC3309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E3B5-B39E-4983-B960-D07286A31AAF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4E632-DD31-4EDE-91F2-FDA722188E18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1D09-1538-45E0-8992-9F77D602D11A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C8E92-5751-4898-8CDE-49B6F0322B8C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2025 Rod Trent — Reproduction permitted for non-commercial ministry use with attribution.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0645" y="0"/>
            <a:ext cx="5746451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60646" y="-6"/>
            <a:ext cx="8783354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5406" y="857251"/>
            <a:ext cx="356046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The Road of Grace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20797" y="1034794"/>
            <a:ext cx="2502408" cy="9143999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5406" y="4756265"/>
            <a:ext cx="3294958" cy="1244483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Walking the Romans Road to Salvation and Spiritual Renewal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2941" y="1062544"/>
            <a:ext cx="356712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ighway scene">
            <a:extLst>
              <a:ext uri="{FF2B5EF4-FFF2-40B4-BE49-F238E27FC236}">
                <a16:creationId xmlns:a16="http://schemas.microsoft.com/office/drawing/2014/main" id="{071F1C2B-A2AD-0CE6-F13F-EED5C4155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4589" y="2108877"/>
            <a:ext cx="2654533" cy="265453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F1787-ECDC-EECC-5347-4E12FBB7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Introduction: A Road Worth Traveling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F9D3EC-9A1E-C0AC-6918-E3AC59BD7D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67678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C7081-20AF-C8CC-40A4-ADCDF919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Chapter 1: The Human Problem — Sin (Romans 3:23)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A495ED-C2AF-DA34-7CB5-15905FCC8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76182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796CF-EFC8-62E3-87F5-ACDFD2A2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Chapter 2: The Consequence of Sin (Romans 6:23)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EB3938-DE0F-4378-7942-5648275B81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39629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C1815-A2D7-9FAF-B029-F0075432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Chapter 3: The Solution — Christ’s Sacrifice (Romans 5:8)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3F3A48-C783-B32F-9951-450E21C91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58007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696E6-DF12-00FC-9CBE-39D4D8C8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Chapter 4: The Response — Faith (Romans 10:9)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F5BB1B-A79E-6426-7227-0E92950398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42822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A1B47-3AE2-8CEE-D148-89B8422F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Chapter 5: The Assurance of Salvation (Romans 10:13)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81F019-F937-6E5E-A096-321B95D92F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4146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8ADEE-8BFD-7265-1F63-47712308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Chapter 6: The Result — Peace with God (Romans 5:1)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DBCAEC-C70C-46BA-DAE5-682D935065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91431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E4E3-B682-8CED-7AB0-6E2B3DC2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Chapter 7: Living in the Spirit (Romans 8:1)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DCC1CF-EF9C-7F03-CEFF-6C05BA460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81575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0B3D3-5708-B2F5-7D5E-67C16D05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Summary: The Road of Grace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A6022F-5C57-F71A-1195-881BF3511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298830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49849-B5A6-AE95-041A-E60B2A4DD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 Rod Trent — Reproduction permitted for non-commercial ministry use with attribution.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567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The Road of Grace</vt:lpstr>
      <vt:lpstr>Introduction: A Road Worth Traveling</vt:lpstr>
      <vt:lpstr>Chapter 1: The Human Problem — Sin (Romans 3:23)</vt:lpstr>
      <vt:lpstr>Chapter 2: The Consequence of Sin (Romans 6:23)</vt:lpstr>
      <vt:lpstr>Chapter 3: The Solution — Christ’s Sacrifice (Romans 5:8)</vt:lpstr>
      <vt:lpstr>Chapter 4: The Response — Faith (Romans 10:9)</vt:lpstr>
      <vt:lpstr>Chapter 5: The Assurance of Salvation (Romans 10:13)</vt:lpstr>
      <vt:lpstr>Chapter 6: The Result — Peace with God (Romans 5:1)</vt:lpstr>
      <vt:lpstr>Chapter 7: Living in the Spirit (Romans 8:1)</vt:lpstr>
      <vt:lpstr>Summary: The Road of Grace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 Trent</cp:lastModifiedBy>
  <cp:revision>1</cp:revision>
  <dcterms:created xsi:type="dcterms:W3CDTF">2013-01-27T09:14:16Z</dcterms:created>
  <dcterms:modified xsi:type="dcterms:W3CDTF">2025-11-11T13:31:32Z</dcterms:modified>
  <cp:category/>
</cp:coreProperties>
</file>