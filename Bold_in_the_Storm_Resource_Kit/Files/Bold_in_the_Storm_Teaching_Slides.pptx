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60" r:id="rId1"/>
  </p:sldMasterIdLst>
  <p:notesMasterIdLst>
    <p:notesMasterId r:id="rId22"/>
  </p:notesMasterIdLst>
  <p:sldIdLst>
    <p:sldId id="2561" r:id="rId2"/>
    <p:sldId id="2562" r:id="rId3"/>
    <p:sldId id="2563" r:id="rId4"/>
    <p:sldId id="2564" r:id="rId5"/>
    <p:sldId id="2565" r:id="rId6"/>
    <p:sldId id="2566" r:id="rId7"/>
    <p:sldId id="2567" r:id="rId8"/>
    <p:sldId id="2568" r:id="rId9"/>
    <p:sldId id="2569" r:id="rId10"/>
    <p:sldId id="2570" r:id="rId11"/>
    <p:sldId id="2571" r:id="rId12"/>
    <p:sldId id="2572" r:id="rId13"/>
    <p:sldId id="2573" r:id="rId14"/>
    <p:sldId id="2574" r:id="rId15"/>
    <p:sldId id="2575" r:id="rId16"/>
    <p:sldId id="2576" r:id="rId17"/>
    <p:sldId id="2577" r:id="rId18"/>
    <p:sldId id="2578" r:id="rId19"/>
    <p:sldId id="2579" r:id="rId20"/>
    <p:sldId id="258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old in the Storm" id="{7B8C103D-004B-4A33-96BE-4141C9CE2588}">
          <p14:sldIdLst>
            <p14:sldId id="2561"/>
          </p14:sldIdLst>
        </p14:section>
        <p14:section name="Introduction and Purpose" id="{FF165C77-EE9E-4667-8680-95663313789A}">
          <p14:sldIdLst>
            <p14:sldId id="2562"/>
            <p14:sldId id="2563"/>
          </p14:sldIdLst>
        </p14:section>
        <p14:section name="Spiritual Discernment and Courage" id="{9E415B3F-B63D-44D5-AC91-4F839542169F}">
          <p14:sldIdLst>
            <p14:sldId id="2564"/>
            <p14:sldId id="2565"/>
            <p14:sldId id="2566"/>
          </p14:sldIdLst>
        </p14:section>
        <p14:section name="Living in Truth and Grace" id="{454636FE-CB54-49C6-B353-315B9244437D}">
          <p14:sldIdLst>
            <p14:sldId id="2567"/>
            <p14:sldId id="2568"/>
            <p14:sldId id="2569"/>
          </p14:sldIdLst>
        </p14:section>
        <p14:section name="Public Faith and Inner Peace" id="{691436FC-DE7F-4A4C-9097-D33D6B2F9D75}">
          <p14:sldIdLst>
            <p14:sldId id="2570"/>
            <p14:sldId id="2571"/>
            <p14:sldId id="2572"/>
          </p14:sldIdLst>
        </p14:section>
        <p14:section name="Community and Prayer" id="{33DDD0F9-A7F0-4EA0-A54D-927952559568}">
          <p14:sldIdLst>
            <p14:sldId id="2573"/>
            <p14:sldId id="2574"/>
            <p14:sldId id="2575"/>
          </p14:sldIdLst>
        </p14:section>
        <p14:section name="Hope and Legacy" id="{DA89D01D-F51F-4A9D-98F1-2A8354473F6F}">
          <p14:sldIdLst>
            <p14:sldId id="2576"/>
            <p14:sldId id="2577"/>
            <p14:sldId id="2578"/>
          </p14:sldIdLst>
        </p14:section>
        <p14:section name="Conclusion and Next Steps" id="{90B4B099-9ECD-4425-89D0-44771B318AD8}">
          <p14:sldIdLst>
            <p14:sldId id="2579"/>
            <p14:sldId id="25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A3CDA9-0329-40FB-A4B1-2C9D8EA1EBBB}" v="23" dt="2025-11-07T16:28:41.305"/>
    <p1510:client id="{68643EEF-BAA2-4676-A1A9-8EBD01E57C9D}" v="33" dt="2025-11-07T17:11:25.1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5758" autoAdjust="0"/>
  </p:normalViewPr>
  <p:slideViewPr>
    <p:cSldViewPr snapToGrid="0">
      <p:cViewPr varScale="1">
        <p:scale>
          <a:sx n="75" d="100"/>
          <a:sy n="75" d="100"/>
        </p:scale>
        <p:origin x="954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4515B6-C2C8-421E-9D49-F88D6DF71B3C}" type="datetimeFigureOut">
              <a:t>11/7/2025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2868BD-A43C-4DAD-AC8B-4636C114FEF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039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49656D-8466-468F-B931-1DB2E8D470BE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80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49656D-8466-468F-B931-1DB2E8D470BE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7873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49656D-8466-468F-B931-1DB2E8D470BE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8735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49656D-8466-468F-B931-1DB2E8D470BE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8800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49656D-8466-468F-B931-1DB2E8D470BE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3167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49656D-8466-468F-B931-1DB2E8D470BE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7133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49656D-8466-468F-B931-1DB2E8D470BE}" type="slidenum"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3243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49656D-8466-468F-B931-1DB2E8D470BE}" type="slidenum"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7538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49656D-8466-468F-B931-1DB2E8D470BE}" type="slidenum"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7912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49656D-8466-468F-B931-1DB2E8D470BE}" type="slidenum"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6433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49656D-8466-468F-B931-1DB2E8D470BE}" type="slidenum"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7267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49656D-8466-468F-B931-1DB2E8D470BE}" type="slidenum"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9167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49656D-8466-468F-B931-1DB2E8D470BE}" type="slidenum"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4029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49656D-8466-468F-B931-1DB2E8D470BE}" type="slidenum"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7939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49656D-8466-468F-B931-1DB2E8D470BE}" type="slidenum"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7464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49656D-8466-468F-B931-1DB2E8D470BE}" type="slidenum"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2829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49656D-8466-468F-B931-1DB2E8D470BE}" type="slidenum"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589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49656D-8466-468F-B931-1DB2E8D470BE}" type="slidenum"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1878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49656D-8466-468F-B931-1DB2E8D470BE}" type="slidenum"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3396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49656D-8466-468F-B931-1DB2E8D470BE}" type="slidenum"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9717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002" y="105879"/>
            <a:ext cx="6933398" cy="383234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90000"/>
              </a:lnSpc>
              <a:defRPr lang="en-US" sz="6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837892"/>
            <a:ext cx="4184904" cy="91801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7D523F3-FDC7-CB09-72C3-675307026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93152" y="0"/>
            <a:ext cx="4498848" cy="6089904"/>
          </a:xfrm>
          <a:custGeom>
            <a:avLst/>
            <a:gdLst>
              <a:gd name="connsiteX0" fmla="*/ 0 w 4510185"/>
              <a:gd name="connsiteY0" fmla="*/ 0 h 6096000"/>
              <a:gd name="connsiteX1" fmla="*/ 4510185 w 4510185"/>
              <a:gd name="connsiteY1" fmla="*/ 0 h 6096000"/>
              <a:gd name="connsiteX2" fmla="*/ 4510185 w 4510185"/>
              <a:gd name="connsiteY2" fmla="*/ 6096000 h 6096000"/>
              <a:gd name="connsiteX3" fmla="*/ 501522 w 4510185"/>
              <a:gd name="connsiteY3" fmla="*/ 6096000 h 6096000"/>
              <a:gd name="connsiteX4" fmla="*/ 0 w 4510185"/>
              <a:gd name="connsiteY4" fmla="*/ 5591398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10185" h="6096000">
                <a:moveTo>
                  <a:pt x="0" y="0"/>
                </a:moveTo>
                <a:lnTo>
                  <a:pt x="4510185" y="0"/>
                </a:lnTo>
                <a:lnTo>
                  <a:pt x="4510185" y="6096000"/>
                </a:lnTo>
                <a:lnTo>
                  <a:pt x="501522" y="6096000"/>
                </a:lnTo>
                <a:cubicBezTo>
                  <a:pt x="224540" y="6096000"/>
                  <a:pt x="0" y="5870082"/>
                  <a:pt x="0" y="5591398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47046596-FFEC-0663-2F9B-19F442C8D1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81816" y="0"/>
            <a:ext cx="4510185" cy="6096000"/>
          </a:xfrm>
          <a:custGeom>
            <a:avLst/>
            <a:gdLst>
              <a:gd name="connsiteX0" fmla="*/ 0 w 4510185"/>
              <a:gd name="connsiteY0" fmla="*/ 0 h 6096000"/>
              <a:gd name="connsiteX1" fmla="*/ 4510185 w 4510185"/>
              <a:gd name="connsiteY1" fmla="*/ 0 h 6096000"/>
              <a:gd name="connsiteX2" fmla="*/ 4510185 w 4510185"/>
              <a:gd name="connsiteY2" fmla="*/ 6096000 h 6096000"/>
              <a:gd name="connsiteX3" fmla="*/ 501522 w 4510185"/>
              <a:gd name="connsiteY3" fmla="*/ 6096000 h 6096000"/>
              <a:gd name="connsiteX4" fmla="*/ 0 w 4510185"/>
              <a:gd name="connsiteY4" fmla="*/ 5591398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10185" h="6096000">
                <a:moveTo>
                  <a:pt x="0" y="0"/>
                </a:moveTo>
                <a:lnTo>
                  <a:pt x="4510185" y="0"/>
                </a:lnTo>
                <a:lnTo>
                  <a:pt x="4510185" y="6096000"/>
                </a:lnTo>
                <a:lnTo>
                  <a:pt x="501522" y="6096000"/>
                </a:lnTo>
                <a:cubicBezTo>
                  <a:pt x="224540" y="6096000"/>
                  <a:pt x="0" y="5870082"/>
                  <a:pt x="0" y="5591398"/>
                </a:cubicBezTo>
                <a:close/>
              </a:path>
            </a:pathLst>
          </a:custGeom>
          <a:blipFill dpi="0" rotWithShape="1">
            <a:blip r:embed="rId2">
              <a:alphaModFix amt="8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© 2025 Rod Trent — Reproduction permitted for non-commercial ministry use with attribution.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6A8EE2F9-ECD4-4431-A90F-19FE7358F77A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1339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960"/>
            <a:ext cx="10706100" cy="68391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654" y="1506872"/>
            <a:ext cx="10693446" cy="4665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72374-D51B-4ED4-885B-119DD5E1EBE4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396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23860" y="1376413"/>
            <a:ext cx="3834793" cy="269748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23860" y="4073893"/>
            <a:ext cx="3599210" cy="116225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51CC2D7F-4DE5-3D21-470F-8B959A5C44D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274402" cy="6096000"/>
          </a:xfrm>
          <a:custGeom>
            <a:avLst/>
            <a:gdLst>
              <a:gd name="connsiteX0" fmla="*/ 0 w 7274402"/>
              <a:gd name="connsiteY0" fmla="*/ 0 h 6096000"/>
              <a:gd name="connsiteX1" fmla="*/ 7274402 w 7274402"/>
              <a:gd name="connsiteY1" fmla="*/ 0 h 6096000"/>
              <a:gd name="connsiteX2" fmla="*/ 7274402 w 7274402"/>
              <a:gd name="connsiteY2" fmla="*/ 5598011 h 6096000"/>
              <a:gd name="connsiteX3" fmla="*/ 6779450 w 7274402"/>
              <a:gd name="connsiteY3" fmla="*/ 6096000 h 6096000"/>
              <a:gd name="connsiteX4" fmla="*/ 0 w 7274402"/>
              <a:gd name="connsiteY4" fmla="*/ 609600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74402" h="6096000">
                <a:moveTo>
                  <a:pt x="0" y="0"/>
                </a:moveTo>
                <a:lnTo>
                  <a:pt x="7274402" y="0"/>
                </a:lnTo>
                <a:lnTo>
                  <a:pt x="7274402" y="5598011"/>
                </a:lnTo>
                <a:cubicBezTo>
                  <a:pt x="7274402" y="5873043"/>
                  <a:pt x="7052804" y="6096000"/>
                  <a:pt x="6779450" y="6096000"/>
                </a:cubicBezTo>
                <a:lnTo>
                  <a:pt x="0" y="6096000"/>
                </a:lnTo>
                <a:close/>
              </a:path>
            </a:pathLst>
          </a:custGeom>
          <a:blipFill dpi="0" rotWithShape="1">
            <a:blip r:embed="rId2">
              <a:alphaModFix amt="7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© 2025 Rod Trent — Reproduction permitted for non-commercial ministry use with attribution.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AD1EC8C9-F7EA-40F1-953B-479ACA152EE1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5566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093" y="190500"/>
            <a:ext cx="3923894" cy="26736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95000"/>
              </a:lnSpc>
              <a:defRPr lang="en-US" sz="3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873751"/>
            <a:ext cx="3277380" cy="122894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E33A8AF-9A38-4027-A746-F135FF75F2E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43585" y="0"/>
            <a:ext cx="7448415" cy="6093762"/>
          </a:xfrm>
          <a:custGeom>
            <a:avLst/>
            <a:gdLst>
              <a:gd name="connsiteX0" fmla="*/ 0 w 7448415"/>
              <a:gd name="connsiteY0" fmla="*/ 0 h 6093762"/>
              <a:gd name="connsiteX1" fmla="*/ 7448415 w 7448415"/>
              <a:gd name="connsiteY1" fmla="*/ 0 h 6093762"/>
              <a:gd name="connsiteX2" fmla="*/ 7448415 w 7448415"/>
              <a:gd name="connsiteY2" fmla="*/ 6093762 h 6093762"/>
              <a:gd name="connsiteX3" fmla="*/ 501521 w 7448415"/>
              <a:gd name="connsiteY3" fmla="*/ 6093762 h 6093762"/>
              <a:gd name="connsiteX4" fmla="*/ 0 w 7448415"/>
              <a:gd name="connsiteY4" fmla="*/ 5592240 h 6093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8415" h="6093762">
                <a:moveTo>
                  <a:pt x="0" y="0"/>
                </a:moveTo>
                <a:lnTo>
                  <a:pt x="7448415" y="0"/>
                </a:lnTo>
                <a:lnTo>
                  <a:pt x="7448415" y="6093762"/>
                </a:lnTo>
                <a:lnTo>
                  <a:pt x="501521" y="6093762"/>
                </a:lnTo>
                <a:cubicBezTo>
                  <a:pt x="224538" y="6093762"/>
                  <a:pt x="0" y="5869223"/>
                  <a:pt x="0" y="5592240"/>
                </a:cubicBezTo>
                <a:close/>
              </a:path>
            </a:pathLst>
          </a:custGeom>
          <a:blipFill dpi="0" rotWithShape="1">
            <a:blip r:embed="rId2">
              <a:alphaModFix amt="7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2000" y="6329172"/>
            <a:ext cx="2816835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© 2025 Rod Trent — Reproduction permitted for non-commercial ministry use with attribution.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AF0B6F7B-BBF2-423A-9B53-DAA0B421EB84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6934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02936"/>
            <a:ext cx="10858500" cy="85039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defRPr lang="en-US" sz="3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80176"/>
            <a:ext cx="10858500" cy="41910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5E742D34-DBD4-0DEA-071F-32C82E7EB4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1468100" cy="5018448"/>
          </a:xfrm>
          <a:custGeom>
            <a:avLst/>
            <a:gdLst>
              <a:gd name="connsiteX0" fmla="*/ 0 w 11468100"/>
              <a:gd name="connsiteY0" fmla="*/ 0 h 5091600"/>
              <a:gd name="connsiteX1" fmla="*/ 11468100 w 11468100"/>
              <a:gd name="connsiteY1" fmla="*/ 0 h 5091600"/>
              <a:gd name="connsiteX2" fmla="*/ 11468100 w 11468100"/>
              <a:gd name="connsiteY2" fmla="*/ 4590078 h 5091600"/>
              <a:gd name="connsiteX3" fmla="*/ 10966578 w 11468100"/>
              <a:gd name="connsiteY3" fmla="*/ 5091600 h 5091600"/>
              <a:gd name="connsiteX4" fmla="*/ 0 w 11468100"/>
              <a:gd name="connsiteY4" fmla="*/ 5091600 h 509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68100" h="5091600">
                <a:moveTo>
                  <a:pt x="0" y="0"/>
                </a:moveTo>
                <a:lnTo>
                  <a:pt x="11468100" y="0"/>
                </a:lnTo>
                <a:lnTo>
                  <a:pt x="11468100" y="4590078"/>
                </a:lnTo>
                <a:cubicBezTo>
                  <a:pt x="11468100" y="4867061"/>
                  <a:pt x="11243561" y="5091600"/>
                  <a:pt x="10966578" y="5091600"/>
                </a:cubicBezTo>
                <a:lnTo>
                  <a:pt x="0" y="5091600"/>
                </a:lnTo>
                <a:close/>
              </a:path>
            </a:pathLst>
          </a:custGeom>
          <a:blipFill dpi="0" rotWithShape="1">
            <a:blip r:embed="rId2">
              <a:alphaModFix amt="7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6629400"/>
            <a:ext cx="2805405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© 2025 Rod Trent — Reproduction permitted for non-commercial ministry use with attribution.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1240" y="6629400"/>
            <a:ext cx="2376928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15B902A0-0016-487C-A157-FC3A8B396D98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3193" y="6629400"/>
            <a:ext cx="429207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664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345" y="250257"/>
            <a:ext cx="9692640" cy="460284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90000"/>
              </a:lnSpc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1999" y="5053094"/>
            <a:ext cx="5253789" cy="84719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© 2025 Rod Trent — Reproduction permitted for non-commercial ministry use with attribution.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FDD593-DAEB-4F8A-BDD9-9FB9D796242A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7493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0321" y="1904300"/>
            <a:ext cx="7084194" cy="2353755"/>
          </a:xfrm>
        </p:spPr>
        <p:txBody>
          <a:bodyPr anchor="ctr">
            <a:normAutofit/>
          </a:bodyPr>
          <a:lstStyle>
            <a:lvl1pPr algn="ctr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62965" y="4597167"/>
            <a:ext cx="5678905" cy="108218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© 2025 Rod Trent — Reproduction permitted for non-commercial ministry use with attribution.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551F4FA-002C-4360-808F-E7BE08C4F1CD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1724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31670"/>
            <a:ext cx="12120283" cy="50932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85000"/>
              </a:lnSpc>
              <a:defRPr lang="en-US" sz="12500" spc="-5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5356548"/>
            <a:ext cx="6414887" cy="748417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© 2025 Rod Trent — Reproduction permitted for non-commercial ministry use with attribution.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76E1B8D-054D-4146-AFED-411700105C0B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6482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7A12A6-507C-2714-2F24-09ADE1158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702" y="1940943"/>
            <a:ext cx="8771340" cy="4917058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7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2000" y="64008"/>
            <a:ext cx="2816835" cy="338328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© 2025 Rod Trent — Reproduction permitted for non-commercial ministry use with attribution.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90304" y="64008"/>
            <a:ext cx="1612674" cy="338328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F615836B-1DAC-482B-B50E-C06A421D2418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5096" y="64008"/>
            <a:ext cx="457200" cy="338328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3116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2D3B99D-E6B2-4EE8-0A54-0FAA36775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35581" y="2721090"/>
            <a:ext cx="8456418" cy="4136911"/>
          </a:xfrm>
          <a:custGeom>
            <a:avLst/>
            <a:gdLst>
              <a:gd name="connsiteX0" fmla="*/ 501522 w 8456418"/>
              <a:gd name="connsiteY0" fmla="*/ 0 h 4136911"/>
              <a:gd name="connsiteX1" fmla="*/ 7315160 w 8456418"/>
              <a:gd name="connsiteY1" fmla="*/ 0 h 4136911"/>
              <a:gd name="connsiteX2" fmla="*/ 7389577 w 8456418"/>
              <a:gd name="connsiteY2" fmla="*/ 0 h 4136911"/>
              <a:gd name="connsiteX3" fmla="*/ 8456418 w 8456418"/>
              <a:gd name="connsiteY3" fmla="*/ 0 h 4136911"/>
              <a:gd name="connsiteX4" fmla="*/ 8456418 w 8456418"/>
              <a:gd name="connsiteY4" fmla="*/ 4136910 h 4136911"/>
              <a:gd name="connsiteX5" fmla="*/ 7389577 w 8456418"/>
              <a:gd name="connsiteY5" fmla="*/ 4136910 h 4136911"/>
              <a:gd name="connsiteX6" fmla="*/ 7389577 w 8456418"/>
              <a:gd name="connsiteY6" fmla="*/ 4136911 h 4136911"/>
              <a:gd name="connsiteX7" fmla="*/ 0 w 8456418"/>
              <a:gd name="connsiteY7" fmla="*/ 4136911 h 4136911"/>
              <a:gd name="connsiteX8" fmla="*/ 0 w 8456418"/>
              <a:gd name="connsiteY8" fmla="*/ 501522 h 4136911"/>
              <a:gd name="connsiteX9" fmla="*/ 501522 w 8456418"/>
              <a:gd name="connsiteY9" fmla="*/ 0 h 4136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456418" h="4136911">
                <a:moveTo>
                  <a:pt x="501522" y="0"/>
                </a:moveTo>
                <a:lnTo>
                  <a:pt x="7315160" y="0"/>
                </a:lnTo>
                <a:lnTo>
                  <a:pt x="7389577" y="0"/>
                </a:lnTo>
                <a:lnTo>
                  <a:pt x="8456418" y="0"/>
                </a:lnTo>
                <a:lnTo>
                  <a:pt x="8456418" y="4136910"/>
                </a:lnTo>
                <a:lnTo>
                  <a:pt x="7389577" y="4136910"/>
                </a:lnTo>
                <a:lnTo>
                  <a:pt x="7389577" y="4136911"/>
                </a:lnTo>
                <a:lnTo>
                  <a:pt x="0" y="4136911"/>
                </a:lnTo>
                <a:lnTo>
                  <a:pt x="0" y="501522"/>
                </a:lnTo>
                <a:cubicBezTo>
                  <a:pt x="0" y="224539"/>
                  <a:pt x="224538" y="0"/>
                  <a:pt x="5015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499" y="134751"/>
            <a:ext cx="11429601" cy="2213814"/>
          </a:xfrm>
        </p:spPr>
        <p:txBody>
          <a:bodyPr anchor="t">
            <a:normAutofit/>
          </a:bodyPr>
          <a:lstStyle>
            <a:lvl1pPr>
              <a:lnSpc>
                <a:spcPct val="80000"/>
              </a:lnSpc>
              <a:defRPr sz="9000">
                <a:solidFill>
                  <a:schemeClr val="accent1"/>
                </a:solidFill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67200" y="3124200"/>
            <a:ext cx="7200900" cy="2971800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 marL="1028700" indent="-342900">
              <a:buFont typeface="+mj-lt"/>
              <a:buAutoNum type="arabicPeriod"/>
              <a:defRPr lang="en-US" dirty="0"/>
            </a:lvl4pPr>
            <a:lvl5pPr marL="1257300" indent="-342900"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A6C2D-20C0-461D-8B9B-CB8AE95A7B11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9254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16" y="154198"/>
            <a:ext cx="11326784" cy="1770855"/>
          </a:xfr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DFF180EE-9609-8056-7D1A-0AB8C967691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266752"/>
            <a:ext cx="6871018" cy="4591248"/>
          </a:xfrm>
          <a:custGeom>
            <a:avLst/>
            <a:gdLst>
              <a:gd name="connsiteX0" fmla="*/ 0 w 6871018"/>
              <a:gd name="connsiteY0" fmla="*/ 0 h 4591248"/>
              <a:gd name="connsiteX1" fmla="*/ 6369496 w 6871018"/>
              <a:gd name="connsiteY1" fmla="*/ 0 h 4591248"/>
              <a:gd name="connsiteX2" fmla="*/ 6871018 w 6871018"/>
              <a:gd name="connsiteY2" fmla="*/ 501522 h 4591248"/>
              <a:gd name="connsiteX3" fmla="*/ 6871018 w 6871018"/>
              <a:gd name="connsiteY3" fmla="*/ 4591248 h 4591248"/>
              <a:gd name="connsiteX4" fmla="*/ 0 w 6871018"/>
              <a:gd name="connsiteY4" fmla="*/ 4591248 h 4591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71018" h="4591248">
                <a:moveTo>
                  <a:pt x="0" y="0"/>
                </a:moveTo>
                <a:lnTo>
                  <a:pt x="6369496" y="0"/>
                </a:lnTo>
                <a:cubicBezTo>
                  <a:pt x="6646479" y="0"/>
                  <a:pt x="6871018" y="224539"/>
                  <a:pt x="6871018" y="501522"/>
                </a:cubicBezTo>
                <a:lnTo>
                  <a:pt x="6871018" y="4591248"/>
                </a:lnTo>
                <a:lnTo>
                  <a:pt x="0" y="4591248"/>
                </a:lnTo>
                <a:close/>
              </a:path>
            </a:pathLst>
          </a:custGeom>
          <a:blipFill>
            <a:blip r:embed="rId2" cstate="email">
              <a:alphaModFix amt="7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 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ED03D8A-5554-BC86-D031-989A4FC01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84170" y="2266752"/>
            <a:ext cx="5107831" cy="4591248"/>
          </a:xfrm>
          <a:custGeom>
            <a:avLst/>
            <a:gdLst>
              <a:gd name="connsiteX0" fmla="*/ 501521 w 5107831"/>
              <a:gd name="connsiteY0" fmla="*/ 0 h 4591248"/>
              <a:gd name="connsiteX1" fmla="*/ 5107831 w 5107831"/>
              <a:gd name="connsiteY1" fmla="*/ 0 h 4591248"/>
              <a:gd name="connsiteX2" fmla="*/ 5107831 w 5107831"/>
              <a:gd name="connsiteY2" fmla="*/ 4591248 h 4591248"/>
              <a:gd name="connsiteX3" fmla="*/ 0 w 5107831"/>
              <a:gd name="connsiteY3" fmla="*/ 4591248 h 4591248"/>
              <a:gd name="connsiteX4" fmla="*/ 0 w 5107831"/>
              <a:gd name="connsiteY4" fmla="*/ 501522 h 4591248"/>
              <a:gd name="connsiteX5" fmla="*/ 501521 w 5107831"/>
              <a:gd name="connsiteY5" fmla="*/ 0 h 4591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07831" h="4591248">
                <a:moveTo>
                  <a:pt x="501521" y="0"/>
                </a:moveTo>
                <a:lnTo>
                  <a:pt x="5107831" y="0"/>
                </a:lnTo>
                <a:lnTo>
                  <a:pt x="5107831" y="4591248"/>
                </a:lnTo>
                <a:lnTo>
                  <a:pt x="0" y="4591248"/>
                </a:lnTo>
                <a:lnTo>
                  <a:pt x="0" y="501522"/>
                </a:lnTo>
                <a:cubicBezTo>
                  <a:pt x="0" y="224539"/>
                  <a:pt x="224538" y="0"/>
                  <a:pt x="50152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97833" y="2762450"/>
            <a:ext cx="3870267" cy="3333549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 marL="1028700" indent="-342900">
              <a:buFont typeface="+mj-lt"/>
              <a:buAutoNum type="arabicPeriod"/>
              <a:defRPr lang="en-US" dirty="0"/>
            </a:lvl4pPr>
            <a:lvl5pPr marL="1257300" indent="-342900"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97833" y="6329172"/>
            <a:ext cx="2020539" cy="338328"/>
          </a:xfrm>
        </p:spPr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98169" y="6329172"/>
            <a:ext cx="140591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418A5FD-2B40-4CF4-B304-BB9C1CDDF9C8}" type="datetime1">
              <a:rPr lang="en-US" smtClean="0"/>
              <a:t>11/7/2025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9181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8428" y="5434066"/>
            <a:ext cx="11259672" cy="1340631"/>
          </a:xfrm>
        </p:spPr>
        <p:txBody>
          <a:bodyPr anchor="ctr">
            <a:noAutofit/>
          </a:bodyPr>
          <a:lstStyle>
            <a:lvl1pPr>
              <a:lnSpc>
                <a:spcPct val="80000"/>
              </a:lnSpc>
              <a:defRPr sz="9200">
                <a:solidFill>
                  <a:schemeClr val="accent1"/>
                </a:solidFill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A527762-C88B-23BA-9A3F-621F88C685C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7075656" cy="5017475"/>
          </a:xfrm>
          <a:custGeom>
            <a:avLst/>
            <a:gdLst>
              <a:gd name="connsiteX0" fmla="*/ 0 w 7075656"/>
              <a:gd name="connsiteY0" fmla="*/ 0 h 5017475"/>
              <a:gd name="connsiteX1" fmla="*/ 7075656 w 7075656"/>
              <a:gd name="connsiteY1" fmla="*/ 0 h 5017475"/>
              <a:gd name="connsiteX2" fmla="*/ 7075656 w 7075656"/>
              <a:gd name="connsiteY2" fmla="*/ 4515953 h 5017475"/>
              <a:gd name="connsiteX3" fmla="*/ 6574134 w 7075656"/>
              <a:gd name="connsiteY3" fmla="*/ 5017475 h 5017475"/>
              <a:gd name="connsiteX4" fmla="*/ 0 w 7075656"/>
              <a:gd name="connsiteY4" fmla="*/ 5017475 h 5017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75656" h="5017475">
                <a:moveTo>
                  <a:pt x="0" y="0"/>
                </a:moveTo>
                <a:lnTo>
                  <a:pt x="7075656" y="0"/>
                </a:lnTo>
                <a:lnTo>
                  <a:pt x="7075656" y="4515953"/>
                </a:lnTo>
                <a:cubicBezTo>
                  <a:pt x="7075656" y="4792936"/>
                  <a:pt x="6851117" y="5017475"/>
                  <a:pt x="6574134" y="5017475"/>
                </a:cubicBezTo>
                <a:lnTo>
                  <a:pt x="0" y="5017475"/>
                </a:lnTo>
                <a:close/>
              </a:path>
            </a:pathLst>
          </a:custGeom>
          <a:blipFill>
            <a:blip r:embed="rId2" cstate="email">
              <a:alphaModFix amt="7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01094" y="791110"/>
            <a:ext cx="3767006" cy="4226366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 marL="1028700" indent="-342900">
              <a:buFont typeface="+mj-lt"/>
              <a:buAutoNum type="arabicPeriod"/>
              <a:defRPr lang="en-US" dirty="0"/>
            </a:lvl4pPr>
            <a:lvl5pPr marL="1257300" indent="-342900"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01094" y="190984"/>
            <a:ext cx="2713574" cy="338328"/>
          </a:xfrm>
        </p:spPr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29799" y="190984"/>
            <a:ext cx="107428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862FDD8-3D75-4E5A-8EB0-CA49B5D9453A}" type="datetime1">
              <a:rPr lang="en-US" smtClean="0"/>
              <a:t>11/7/2025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0742" y="190984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1272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9871" y="1717296"/>
            <a:ext cx="5618603" cy="1189805"/>
          </a:xfrm>
        </p:spPr>
        <p:txBody>
          <a:bodyPr anchor="b">
            <a:normAutofit/>
          </a:bodyPr>
          <a:lstStyle>
            <a:lvl1pPr algn="ctr">
              <a:defRPr sz="2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84734" y="3138477"/>
            <a:ext cx="4428877" cy="211657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sz="1400" dirty="0"/>
            </a:lvl1pPr>
            <a:lvl2pPr marL="228600" indent="0" algn="ctr">
              <a:buNone/>
              <a:defRPr lang="en-US" sz="1200" dirty="0"/>
            </a:lvl2pPr>
            <a:lvl3pPr marL="457200" indent="0" algn="ctr">
              <a:buNone/>
              <a:defRPr lang="en-US" sz="1100" dirty="0"/>
            </a:lvl3pPr>
            <a:lvl4pPr marL="685800" indent="0" algn="ctr">
              <a:buNone/>
              <a:defRPr lang="en-US" sz="1100" dirty="0"/>
            </a:lvl4pPr>
            <a:lvl5pPr marL="914400" indent="0" algn="ctr">
              <a:buNone/>
              <a:defRPr lang="en-US" sz="11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A6507-071C-44F5-A9F7-6E07187E89F4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2697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9160" y="1993392"/>
            <a:ext cx="3097924" cy="2160355"/>
          </a:xfrm>
        </p:spPr>
        <p:txBody>
          <a:bodyPr anchor="t">
            <a:normAutofit/>
          </a:bodyPr>
          <a:lstStyle>
            <a:lvl1pPr>
              <a:defRPr sz="2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39103" y="1993392"/>
            <a:ext cx="4856097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A8DEE-95BE-4F3E-AB69-67A08F46C1E5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6048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2625" y="1508760"/>
            <a:ext cx="3390442" cy="2857500"/>
          </a:xfrm>
        </p:spPr>
        <p:txBody>
          <a:bodyPr anchor="t">
            <a:normAutofit/>
          </a:bodyPr>
          <a:lstStyle>
            <a:lvl1pPr>
              <a:defRPr sz="2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57596" y="1508760"/>
            <a:ext cx="5233669" cy="413187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4F7D3-8B25-4E7D-8472-D1A0AF0CC8D9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5648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1097280"/>
            <a:ext cx="3205908" cy="3428174"/>
          </a:xfrm>
        </p:spPr>
        <p:txBody>
          <a:bodyPr anchor="t">
            <a:normAutofit/>
          </a:bodyPr>
          <a:lstStyle>
            <a:lvl1pPr>
              <a:defRPr sz="2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46320" y="1098484"/>
            <a:ext cx="6126480" cy="507371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D65F0-5583-44CA-B0AC-024BE20F9DEE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9554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960"/>
            <a:ext cx="3367238" cy="2031205"/>
          </a:xfrm>
        </p:spPr>
        <p:txBody>
          <a:bodyPr anchor="t">
            <a:normAutofit/>
          </a:bodyPr>
          <a:lstStyle>
            <a:lvl1pPr>
              <a:defRPr sz="2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94998" y="822960"/>
            <a:ext cx="7087401" cy="53492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D47-9DAA-4E76-AC75-12CEAD1370E7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1741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520" y="822960"/>
            <a:ext cx="7305005" cy="972657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1613FF0-3917-A83C-848B-3D19323934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3493008" cy="6107204"/>
          </a:xfrm>
          <a:custGeom>
            <a:avLst/>
            <a:gdLst>
              <a:gd name="connsiteX0" fmla="*/ 0 w 3493008"/>
              <a:gd name="connsiteY0" fmla="*/ 0 h 6107204"/>
              <a:gd name="connsiteX1" fmla="*/ 3493008 w 3493008"/>
              <a:gd name="connsiteY1" fmla="*/ 0 h 6107204"/>
              <a:gd name="connsiteX2" fmla="*/ 3493008 w 3493008"/>
              <a:gd name="connsiteY2" fmla="*/ 5602161 h 6107204"/>
              <a:gd name="connsiteX3" fmla="*/ 2991486 w 3493008"/>
              <a:gd name="connsiteY3" fmla="*/ 6107204 h 6107204"/>
              <a:gd name="connsiteX4" fmla="*/ 0 w 3493008"/>
              <a:gd name="connsiteY4" fmla="*/ 6107204 h 6107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93008" h="6107204">
                <a:moveTo>
                  <a:pt x="0" y="0"/>
                </a:moveTo>
                <a:lnTo>
                  <a:pt x="3493008" y="0"/>
                </a:lnTo>
                <a:lnTo>
                  <a:pt x="3493008" y="5602161"/>
                </a:lnTo>
                <a:cubicBezTo>
                  <a:pt x="3493008" y="5881089"/>
                  <a:pt x="3268469" y="6107204"/>
                  <a:pt x="2991486" y="6107204"/>
                </a:cubicBezTo>
                <a:lnTo>
                  <a:pt x="0" y="6107204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63095" y="1993392"/>
            <a:ext cx="7305005" cy="41208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09EB3D4-55CC-4793-8CA1-C2FCEE22C93B}" type="datetime1">
              <a:rPr lang="en-US" smtClean="0"/>
              <a:t>11/7/2025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2902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960"/>
            <a:ext cx="7196328" cy="1068324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096" y="1996440"/>
            <a:ext cx="7196328" cy="4099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2090" y="6329172"/>
            <a:ext cx="281683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© 2025 Rod Trent — Reproduction permitted for non-commercial ministry use with attribution.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74104" y="6329172"/>
            <a:ext cx="2660904" cy="338328"/>
          </a:xfrm>
        </p:spPr>
        <p:txBody>
          <a:bodyPr/>
          <a:lstStyle/>
          <a:p>
            <a:fld id="{C15B9382-BB27-461B-841B-043A4854FA1B}" type="datetime1">
              <a:rPr lang="en-US" smtClean="0"/>
              <a:t>11/7/2025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09836" y="6329172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BFAFCD-BCC9-C2BB-355B-1D08B9A7708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698986" y="758460"/>
            <a:ext cx="3493014" cy="6099541"/>
          </a:xfrm>
          <a:custGeom>
            <a:avLst/>
            <a:gdLst>
              <a:gd name="connsiteX0" fmla="*/ 501522 w 3493014"/>
              <a:gd name="connsiteY0" fmla="*/ 0 h 6099541"/>
              <a:gd name="connsiteX1" fmla="*/ 3493014 w 3493014"/>
              <a:gd name="connsiteY1" fmla="*/ 0 h 6099541"/>
              <a:gd name="connsiteX2" fmla="*/ 3493014 w 3493014"/>
              <a:gd name="connsiteY2" fmla="*/ 6099541 h 6099541"/>
              <a:gd name="connsiteX3" fmla="*/ 0 w 3493014"/>
              <a:gd name="connsiteY3" fmla="*/ 6099541 h 6099541"/>
              <a:gd name="connsiteX4" fmla="*/ 0 w 3493014"/>
              <a:gd name="connsiteY4" fmla="*/ 501522 h 6099541"/>
              <a:gd name="connsiteX5" fmla="*/ 501522 w 3493014"/>
              <a:gd name="connsiteY5" fmla="*/ 0 h 609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93014" h="6099541">
                <a:moveTo>
                  <a:pt x="501522" y="0"/>
                </a:moveTo>
                <a:lnTo>
                  <a:pt x="3493014" y="0"/>
                </a:lnTo>
                <a:lnTo>
                  <a:pt x="3493014" y="6099541"/>
                </a:lnTo>
                <a:lnTo>
                  <a:pt x="0" y="6099541"/>
                </a:lnTo>
                <a:lnTo>
                  <a:pt x="0" y="501522"/>
                </a:lnTo>
                <a:cubicBezTo>
                  <a:pt x="0" y="224539"/>
                  <a:pt x="224539" y="0"/>
                  <a:pt x="501522" y="0"/>
                </a:cubicBez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8605180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8799" y="374904"/>
            <a:ext cx="8029143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40F6D4C-AB58-61E2-820C-26713F7162B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0"/>
            <a:ext cx="2812577" cy="6096000"/>
          </a:xfrm>
          <a:custGeom>
            <a:avLst/>
            <a:gdLst>
              <a:gd name="connsiteX0" fmla="*/ 0 w 2812577"/>
              <a:gd name="connsiteY0" fmla="*/ 0 h 6096000"/>
              <a:gd name="connsiteX1" fmla="*/ 2812577 w 2812577"/>
              <a:gd name="connsiteY1" fmla="*/ 0 h 6096000"/>
              <a:gd name="connsiteX2" fmla="*/ 2812577 w 2812577"/>
              <a:gd name="connsiteY2" fmla="*/ 5594478 h 6096000"/>
              <a:gd name="connsiteX3" fmla="*/ 2311055 w 2812577"/>
              <a:gd name="connsiteY3" fmla="*/ 6096000 h 6096000"/>
              <a:gd name="connsiteX4" fmla="*/ 0 w 2812577"/>
              <a:gd name="connsiteY4" fmla="*/ 609600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12577" h="6096000">
                <a:moveTo>
                  <a:pt x="0" y="0"/>
                </a:moveTo>
                <a:lnTo>
                  <a:pt x="2812577" y="0"/>
                </a:lnTo>
                <a:lnTo>
                  <a:pt x="2812577" y="5594478"/>
                </a:lnTo>
                <a:cubicBezTo>
                  <a:pt x="2812577" y="5871461"/>
                  <a:pt x="2588038" y="6096000"/>
                  <a:pt x="2311055" y="6096000"/>
                </a:cubicBezTo>
                <a:lnTo>
                  <a:pt x="0" y="609600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78798" y="1444752"/>
            <a:ext cx="8029144" cy="47274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78799" y="6329172"/>
            <a:ext cx="269960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© 2025 Rod Trent — Reproduction permitted for non-commercial ministry use with attribution.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91411" y="6329172"/>
            <a:ext cx="1612674" cy="338328"/>
          </a:xfrm>
        </p:spPr>
        <p:txBody>
          <a:bodyPr/>
          <a:lstStyle/>
          <a:p>
            <a:fld id="{A3A80A4C-9ACB-496A-8D62-06CCC29653F0}" type="datetime1">
              <a:rPr lang="en-US" smtClean="0"/>
              <a:t>11/7/2025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4329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365760"/>
            <a:ext cx="7935953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096" y="1444752"/>
            <a:ext cx="7935953" cy="47274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65D02ED-881B-AC26-9FB1-E0C7AC5229C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379423" y="0"/>
            <a:ext cx="2812577" cy="6096000"/>
          </a:xfrm>
          <a:custGeom>
            <a:avLst/>
            <a:gdLst>
              <a:gd name="connsiteX0" fmla="*/ 0 w 2812577"/>
              <a:gd name="connsiteY0" fmla="*/ 0 h 6096000"/>
              <a:gd name="connsiteX1" fmla="*/ 2812577 w 2812577"/>
              <a:gd name="connsiteY1" fmla="*/ 0 h 6096000"/>
              <a:gd name="connsiteX2" fmla="*/ 2812577 w 2812577"/>
              <a:gd name="connsiteY2" fmla="*/ 6096000 h 6096000"/>
              <a:gd name="connsiteX3" fmla="*/ 501522 w 2812577"/>
              <a:gd name="connsiteY3" fmla="*/ 6096000 h 6096000"/>
              <a:gd name="connsiteX4" fmla="*/ 0 w 2812577"/>
              <a:gd name="connsiteY4" fmla="*/ 5594478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12577" h="6096000">
                <a:moveTo>
                  <a:pt x="0" y="0"/>
                </a:moveTo>
                <a:lnTo>
                  <a:pt x="2812577" y="0"/>
                </a:lnTo>
                <a:lnTo>
                  <a:pt x="2812577" y="6096000"/>
                </a:lnTo>
                <a:lnTo>
                  <a:pt x="501522" y="6096000"/>
                </a:lnTo>
                <a:cubicBezTo>
                  <a:pt x="224539" y="6096000"/>
                  <a:pt x="0" y="5871461"/>
                  <a:pt x="0" y="5594478"/>
                </a:cubicBez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8096" y="6329172"/>
            <a:ext cx="269960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© 2025 Rod Trent — Reproduction permitted for non-commercial ministry use with attribution.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91411" y="6329172"/>
            <a:ext cx="1612674" cy="338328"/>
          </a:xfrm>
        </p:spPr>
        <p:txBody>
          <a:bodyPr/>
          <a:lstStyle/>
          <a:p>
            <a:fld id="{96B12D05-364E-4DBF-9B02-F47C5343C73C}" type="datetime1">
              <a:rPr lang="en-US" smtClean="0"/>
              <a:t>11/7/2025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0742" y="6329172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9289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1301" y="822960"/>
            <a:ext cx="5986799" cy="1092104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253D553-C5F3-3129-9E70-5FFBFDC9EC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785141" cy="6096000"/>
          </a:xfrm>
          <a:custGeom>
            <a:avLst/>
            <a:gdLst>
              <a:gd name="connsiteX0" fmla="*/ 0 w 4785141"/>
              <a:gd name="connsiteY0" fmla="*/ 0 h 6096000"/>
              <a:gd name="connsiteX1" fmla="*/ 4785141 w 4785141"/>
              <a:gd name="connsiteY1" fmla="*/ 0 h 6096000"/>
              <a:gd name="connsiteX2" fmla="*/ 4785141 w 4785141"/>
              <a:gd name="connsiteY2" fmla="*/ 5594478 h 6096000"/>
              <a:gd name="connsiteX3" fmla="*/ 4283619 w 4785141"/>
              <a:gd name="connsiteY3" fmla="*/ 6096000 h 6096000"/>
              <a:gd name="connsiteX4" fmla="*/ 0 w 4785141"/>
              <a:gd name="connsiteY4" fmla="*/ 609600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85141" h="6096000">
                <a:moveTo>
                  <a:pt x="0" y="0"/>
                </a:moveTo>
                <a:lnTo>
                  <a:pt x="4785141" y="0"/>
                </a:lnTo>
                <a:lnTo>
                  <a:pt x="4785141" y="5594478"/>
                </a:lnTo>
                <a:cubicBezTo>
                  <a:pt x="4785141" y="5871461"/>
                  <a:pt x="4560602" y="6096000"/>
                  <a:pt x="4283619" y="6096000"/>
                </a:cubicBezTo>
                <a:lnTo>
                  <a:pt x="0" y="6096000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1302" y="1996440"/>
            <a:ext cx="5986798" cy="4099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511F0E2-02E5-4B8E-8911-277CE2613DA0}" type="datetime1">
              <a:rPr lang="en-US" smtClean="0"/>
              <a:t>11/7/2025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0182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26" y="822960"/>
            <a:ext cx="6140334" cy="97321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1725" y="1996440"/>
            <a:ext cx="6140335" cy="40992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1088019-00EC-C5EE-FDBA-3FD6E5C52EF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19999" y="0"/>
            <a:ext cx="4572001" cy="6095689"/>
          </a:xfrm>
          <a:custGeom>
            <a:avLst/>
            <a:gdLst>
              <a:gd name="connsiteX0" fmla="*/ 0 w 4572001"/>
              <a:gd name="connsiteY0" fmla="*/ 0 h 6095689"/>
              <a:gd name="connsiteX1" fmla="*/ 4572001 w 4572001"/>
              <a:gd name="connsiteY1" fmla="*/ 0 h 6095689"/>
              <a:gd name="connsiteX2" fmla="*/ 4572001 w 4572001"/>
              <a:gd name="connsiteY2" fmla="*/ 6095689 h 6095689"/>
              <a:gd name="connsiteX3" fmla="*/ 501522 w 4572001"/>
              <a:gd name="connsiteY3" fmla="*/ 6095689 h 6095689"/>
              <a:gd name="connsiteX4" fmla="*/ 0 w 4572001"/>
              <a:gd name="connsiteY4" fmla="*/ 5590205 h 6095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1" h="6095689">
                <a:moveTo>
                  <a:pt x="0" y="0"/>
                </a:moveTo>
                <a:lnTo>
                  <a:pt x="4572001" y="0"/>
                </a:lnTo>
                <a:lnTo>
                  <a:pt x="4572001" y="6095689"/>
                </a:lnTo>
                <a:lnTo>
                  <a:pt x="501522" y="6095689"/>
                </a:lnTo>
                <a:cubicBezTo>
                  <a:pt x="224539" y="6095689"/>
                  <a:pt x="0" y="5869376"/>
                  <a:pt x="0" y="5590205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1B30B23-B6C4-3723-57BA-D70C99D0320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CB376B-27E9-4CDA-655E-2AE645F1DE4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0517574D-CF3E-45CB-AE06-3C426A7580DD}" type="datetime1">
              <a:rPr lang="en-US" smtClean="0"/>
              <a:t>11/7/2025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EC5A43C-DD1F-E7E6-BBC8-F953BC288BB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5517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912" y="822960"/>
            <a:ext cx="4243345" cy="108970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BFBCB5-4A7B-F7B3-9AAF-F908FB128AB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548534" cy="6100464"/>
          </a:xfrm>
          <a:custGeom>
            <a:avLst/>
            <a:gdLst>
              <a:gd name="connsiteX0" fmla="*/ 0 w 6548534"/>
              <a:gd name="connsiteY0" fmla="*/ 0 h 6100464"/>
              <a:gd name="connsiteX1" fmla="*/ 6548534 w 6548534"/>
              <a:gd name="connsiteY1" fmla="*/ 0 h 6100464"/>
              <a:gd name="connsiteX2" fmla="*/ 6548534 w 6548534"/>
              <a:gd name="connsiteY2" fmla="*/ 5595865 h 6100464"/>
              <a:gd name="connsiteX3" fmla="*/ 6047012 w 6548534"/>
              <a:gd name="connsiteY3" fmla="*/ 6100464 h 6100464"/>
              <a:gd name="connsiteX4" fmla="*/ 0 w 6548534"/>
              <a:gd name="connsiteY4" fmla="*/ 6100464 h 6100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48534" h="6100464">
                <a:moveTo>
                  <a:pt x="0" y="0"/>
                </a:moveTo>
                <a:lnTo>
                  <a:pt x="6548534" y="0"/>
                </a:lnTo>
                <a:lnTo>
                  <a:pt x="6548534" y="5595865"/>
                </a:lnTo>
                <a:cubicBezTo>
                  <a:pt x="6548534" y="5874548"/>
                  <a:pt x="6323995" y="6100464"/>
                  <a:pt x="6047012" y="6100464"/>
                </a:cubicBezTo>
                <a:lnTo>
                  <a:pt x="0" y="6100464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23069" y="1988820"/>
            <a:ext cx="4244188" cy="41116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8F54AB8-6B4D-C00F-7A9F-6627E7066D2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18C63-B1E1-78F4-CF24-6991FB09C1C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B0B53C3-DEBD-4CBD-82DA-7E8C0A901211}" type="datetime1">
              <a:rPr lang="en-US" smtClean="0"/>
              <a:t>11/7/2025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D268E9B-F4A2-5ABF-D43A-3BF4DCADB3F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72159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24" y="822961"/>
            <a:ext cx="4177554" cy="103124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1725" y="1993392"/>
            <a:ext cx="4177553" cy="41026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D2D7B58-DFF6-BC00-8544-64FC5F7EED5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643722" y="0"/>
            <a:ext cx="6548279" cy="6105855"/>
          </a:xfrm>
          <a:custGeom>
            <a:avLst/>
            <a:gdLst>
              <a:gd name="connsiteX0" fmla="*/ 0 w 6548279"/>
              <a:gd name="connsiteY0" fmla="*/ 0 h 6105855"/>
              <a:gd name="connsiteX1" fmla="*/ 6548279 w 6548279"/>
              <a:gd name="connsiteY1" fmla="*/ 0 h 6105855"/>
              <a:gd name="connsiteX2" fmla="*/ 6548279 w 6548279"/>
              <a:gd name="connsiteY2" fmla="*/ 6105855 h 6105855"/>
              <a:gd name="connsiteX3" fmla="*/ 501522 w 6548279"/>
              <a:gd name="connsiteY3" fmla="*/ 6105855 h 6105855"/>
              <a:gd name="connsiteX4" fmla="*/ 0 w 6548279"/>
              <a:gd name="connsiteY4" fmla="*/ 5600680 h 6105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48279" h="6105855">
                <a:moveTo>
                  <a:pt x="0" y="0"/>
                </a:moveTo>
                <a:lnTo>
                  <a:pt x="6548279" y="0"/>
                </a:lnTo>
                <a:lnTo>
                  <a:pt x="6548279" y="6105855"/>
                </a:lnTo>
                <a:lnTo>
                  <a:pt x="501522" y="6105855"/>
                </a:lnTo>
                <a:cubicBezTo>
                  <a:pt x="224539" y="6105855"/>
                  <a:pt x="0" y="5879680"/>
                  <a:pt x="0" y="560068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© 2025 Rod Trent — Reproduction permitted for non-commercial ministry use with attribution.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AE927-C7CB-4DBF-B412-17759A48955E}" type="datetime1">
              <a:rPr lang="en-US" smtClean="0"/>
              <a:t>11/7/2025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14033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912" y="822960"/>
            <a:ext cx="4243345" cy="108970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3AE08AD-600E-B6CB-33D0-F11CE0529C4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765214"/>
            <a:ext cx="6559827" cy="6092786"/>
          </a:xfrm>
          <a:custGeom>
            <a:avLst/>
            <a:gdLst>
              <a:gd name="connsiteX0" fmla="*/ 0 w 6559827"/>
              <a:gd name="connsiteY0" fmla="*/ 0 h 6092786"/>
              <a:gd name="connsiteX1" fmla="*/ 6058305 w 6559827"/>
              <a:gd name="connsiteY1" fmla="*/ 0 h 6092786"/>
              <a:gd name="connsiteX2" fmla="*/ 6559827 w 6559827"/>
              <a:gd name="connsiteY2" fmla="*/ 501522 h 6092786"/>
              <a:gd name="connsiteX3" fmla="*/ 6559827 w 6559827"/>
              <a:gd name="connsiteY3" fmla="*/ 6092786 h 6092786"/>
              <a:gd name="connsiteX4" fmla="*/ 0 w 6559827"/>
              <a:gd name="connsiteY4" fmla="*/ 6092786 h 6092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59827" h="6092786">
                <a:moveTo>
                  <a:pt x="0" y="0"/>
                </a:moveTo>
                <a:lnTo>
                  <a:pt x="6058305" y="0"/>
                </a:lnTo>
                <a:cubicBezTo>
                  <a:pt x="6335288" y="0"/>
                  <a:pt x="6559827" y="224539"/>
                  <a:pt x="6559827" y="501522"/>
                </a:cubicBezTo>
                <a:lnTo>
                  <a:pt x="6559827" y="6092786"/>
                </a:lnTo>
                <a:lnTo>
                  <a:pt x="0" y="6092786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23069" y="1988820"/>
            <a:ext cx="4244188" cy="41071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3069" y="6329172"/>
            <a:ext cx="2816835" cy="338328"/>
          </a:xfrm>
        </p:spPr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01199" y="6329172"/>
            <a:ext cx="138758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3A36127-296B-4FEB-9C19-A5F6C5EB5E80}" type="datetime1">
              <a:rPr lang="en-US" smtClean="0"/>
              <a:t>11/7/2025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5096" y="6329172"/>
            <a:ext cx="454437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2659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324"/>
            <a:ext cx="2959272" cy="1630841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096" y="2590800"/>
            <a:ext cx="2959272" cy="3505200"/>
          </a:xfrm>
        </p:spPr>
        <p:txBody>
          <a:bodyPr vert="horz" lIns="91440" tIns="45720" rIns="91440" bIns="45720"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lang="en-US" dirty="0"/>
            </a:lvl1pPr>
            <a:lvl2pPr marL="400050" indent="-171450">
              <a:buFont typeface="Arial" panose="020B0604020202020204" pitchFamily="34" charset="0"/>
              <a:buChar char="•"/>
              <a:defRPr lang="en-US" dirty="0"/>
            </a:lvl2pPr>
            <a:lvl3pPr marL="628650" indent="-171450">
              <a:buFont typeface="Arial" panose="020B0604020202020204" pitchFamily="34" charset="0"/>
              <a:buChar char="•"/>
              <a:defRPr lang="en-US" dirty="0"/>
            </a:lvl3pPr>
            <a:lvl4pPr marL="857250" indent="-171450">
              <a:buFont typeface="Arial" panose="020B0604020202020204" pitchFamily="34" charset="0"/>
              <a:buChar char="•"/>
              <a:defRPr lang="en-US" dirty="0"/>
            </a:lvl4pPr>
            <a:lvl5pPr marL="1085850" indent="-171450">
              <a:buFont typeface="Arial" panose="020B0604020202020204" pitchFamily="34" charset="0"/>
              <a:buChar char="•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8096" y="6327648"/>
            <a:ext cx="1833677" cy="338328"/>
          </a:xfrm>
        </p:spPr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01773" y="6318659"/>
            <a:ext cx="109288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CE3372D-085C-4296-821E-76D577D2ED0D}" type="datetime1">
              <a:rPr lang="en-US" smtClean="0"/>
              <a:t>11/7/2025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694658" y="6318659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A8E9606-29A0-9DB6-D153-C4863559DC6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383033" y="765213"/>
            <a:ext cx="7808967" cy="6092787"/>
          </a:xfrm>
          <a:custGeom>
            <a:avLst/>
            <a:gdLst>
              <a:gd name="connsiteX0" fmla="*/ 501522 w 7808967"/>
              <a:gd name="connsiteY0" fmla="*/ 0 h 6092787"/>
              <a:gd name="connsiteX1" fmla="*/ 7808967 w 7808967"/>
              <a:gd name="connsiteY1" fmla="*/ 0 h 6092787"/>
              <a:gd name="connsiteX2" fmla="*/ 7808967 w 7808967"/>
              <a:gd name="connsiteY2" fmla="*/ 6092787 h 6092787"/>
              <a:gd name="connsiteX3" fmla="*/ 0 w 7808967"/>
              <a:gd name="connsiteY3" fmla="*/ 6092787 h 6092787"/>
              <a:gd name="connsiteX4" fmla="*/ 0 w 7808967"/>
              <a:gd name="connsiteY4" fmla="*/ 501522 h 6092787"/>
              <a:gd name="connsiteX5" fmla="*/ 501522 w 7808967"/>
              <a:gd name="connsiteY5" fmla="*/ 0 h 6092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808967" h="6092787">
                <a:moveTo>
                  <a:pt x="501522" y="0"/>
                </a:moveTo>
                <a:lnTo>
                  <a:pt x="7808967" y="0"/>
                </a:lnTo>
                <a:lnTo>
                  <a:pt x="7808967" y="6092787"/>
                </a:lnTo>
                <a:lnTo>
                  <a:pt x="0" y="6092787"/>
                </a:lnTo>
                <a:lnTo>
                  <a:pt x="0" y="501522"/>
                </a:lnTo>
                <a:cubicBezTo>
                  <a:pt x="0" y="224539"/>
                  <a:pt x="224539" y="0"/>
                  <a:pt x="501522" y="0"/>
                </a:cubicBez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5916720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4842437"/>
            <a:ext cx="3636745" cy="1253564"/>
          </a:xfrm>
        </p:spPr>
        <p:txBody>
          <a:bodyPr anchor="t">
            <a:noAutofit/>
          </a:bodyPr>
          <a:lstStyle>
            <a:lvl1pPr>
              <a:defRPr sz="2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D90D792C-BF4F-3E3A-5C82-8AA60281823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1468100" cy="4354140"/>
          </a:xfrm>
          <a:custGeom>
            <a:avLst/>
            <a:gdLst>
              <a:gd name="connsiteX0" fmla="*/ 0 w 11468100"/>
              <a:gd name="connsiteY0" fmla="*/ 0 h 4354140"/>
              <a:gd name="connsiteX1" fmla="*/ 11468100 w 11468100"/>
              <a:gd name="connsiteY1" fmla="*/ 0 h 4354140"/>
              <a:gd name="connsiteX2" fmla="*/ 11468100 w 11468100"/>
              <a:gd name="connsiteY2" fmla="*/ 3852618 h 4354140"/>
              <a:gd name="connsiteX3" fmla="*/ 10965387 w 11468100"/>
              <a:gd name="connsiteY3" fmla="*/ 4354140 h 4354140"/>
              <a:gd name="connsiteX4" fmla="*/ 0 w 11468100"/>
              <a:gd name="connsiteY4" fmla="*/ 4354140 h 4354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68100" h="4354140">
                <a:moveTo>
                  <a:pt x="0" y="0"/>
                </a:moveTo>
                <a:lnTo>
                  <a:pt x="11468100" y="0"/>
                </a:lnTo>
                <a:lnTo>
                  <a:pt x="11468100" y="3852618"/>
                </a:lnTo>
                <a:cubicBezTo>
                  <a:pt x="11468100" y="4129601"/>
                  <a:pt x="11243028" y="4354140"/>
                  <a:pt x="10965387" y="4354140"/>
                </a:cubicBezTo>
                <a:lnTo>
                  <a:pt x="0" y="4354140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89635" y="4854632"/>
            <a:ext cx="6579807" cy="139376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78FBB-202D-4BDF-B91A-67246C4377B6}" type="datetime1">
              <a:rPr lang="en-US" smtClean="0"/>
              <a:t>11/7/2025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3401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090" y="4095740"/>
            <a:ext cx="3242191" cy="1704459"/>
          </a:xfrm>
        </p:spPr>
        <p:txBody>
          <a:bodyPr anchor="t">
            <a:noAutofit/>
          </a:bodyPr>
          <a:lstStyle>
            <a:lvl1pPr>
              <a:defRPr sz="2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842B8C5-7416-8C92-3E56-737867305A7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1468100" cy="3659602"/>
          </a:xfrm>
          <a:custGeom>
            <a:avLst/>
            <a:gdLst>
              <a:gd name="connsiteX0" fmla="*/ 0 w 11468100"/>
              <a:gd name="connsiteY0" fmla="*/ 0 h 3659602"/>
              <a:gd name="connsiteX1" fmla="*/ 11468100 w 11468100"/>
              <a:gd name="connsiteY1" fmla="*/ 0 h 3659602"/>
              <a:gd name="connsiteX2" fmla="*/ 11468100 w 11468100"/>
              <a:gd name="connsiteY2" fmla="*/ 3158080 h 3659602"/>
              <a:gd name="connsiteX3" fmla="*/ 10964923 w 11468100"/>
              <a:gd name="connsiteY3" fmla="*/ 3659602 h 3659602"/>
              <a:gd name="connsiteX4" fmla="*/ 0 w 11468100"/>
              <a:gd name="connsiteY4" fmla="*/ 3659602 h 3659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68100" h="3659602">
                <a:moveTo>
                  <a:pt x="0" y="0"/>
                </a:moveTo>
                <a:lnTo>
                  <a:pt x="11468100" y="0"/>
                </a:lnTo>
                <a:lnTo>
                  <a:pt x="11468100" y="3158080"/>
                </a:lnTo>
                <a:cubicBezTo>
                  <a:pt x="11468100" y="3435063"/>
                  <a:pt x="11242820" y="3659602"/>
                  <a:pt x="10964923" y="3659602"/>
                </a:cubicBezTo>
                <a:lnTo>
                  <a:pt x="0" y="3659602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75355" y="4095740"/>
            <a:ext cx="7092745" cy="200601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E19B4-96F0-4AE7-87C1-C90F1DCC6157}" type="datetime1">
              <a:rPr lang="en-US" smtClean="0"/>
              <a:t>11/7/2025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7924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960"/>
            <a:ext cx="3159974" cy="1612741"/>
          </a:xfrm>
        </p:spPr>
        <p:txBody>
          <a:bodyPr anchor="t">
            <a:noAutofit/>
          </a:bodyPr>
          <a:lstStyle>
            <a:lvl1pPr>
              <a:defRPr sz="2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0D06C70-6C8E-0F10-743F-047DC1563DE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772090" y="64008"/>
            <a:ext cx="2816835" cy="338328"/>
          </a:xfrm>
        </p:spPr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4B292A-7A06-6DDC-E8C4-EBEEF5A46C0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291411" y="64008"/>
            <a:ext cx="1612674" cy="338328"/>
          </a:xfrm>
        </p:spPr>
        <p:txBody>
          <a:bodyPr/>
          <a:lstStyle/>
          <a:p>
            <a:fld id="{23968D0F-E93B-472E-B957-E30B00E8F764}" type="datetime1">
              <a:rPr lang="en-US" smtClean="0"/>
              <a:t>11/7/2025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D35E09C-E9FB-8393-0705-FD349F06C4C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050742" y="64008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75355" y="822959"/>
            <a:ext cx="7092745" cy="199867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90B4482-E492-864A-9429-7F3F86067C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3268078"/>
            <a:ext cx="11468100" cy="3589922"/>
          </a:xfrm>
          <a:custGeom>
            <a:avLst/>
            <a:gdLst>
              <a:gd name="connsiteX0" fmla="*/ 0 w 11468100"/>
              <a:gd name="connsiteY0" fmla="*/ 0 h 3589922"/>
              <a:gd name="connsiteX1" fmla="*/ 10964923 w 11468100"/>
              <a:gd name="connsiteY1" fmla="*/ 0 h 3589922"/>
              <a:gd name="connsiteX2" fmla="*/ 11468100 w 11468100"/>
              <a:gd name="connsiteY2" fmla="*/ 501522 h 3589922"/>
              <a:gd name="connsiteX3" fmla="*/ 11468100 w 11468100"/>
              <a:gd name="connsiteY3" fmla="*/ 3589922 h 3589922"/>
              <a:gd name="connsiteX4" fmla="*/ 0 w 11468100"/>
              <a:gd name="connsiteY4" fmla="*/ 3589922 h 3589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68100" h="3589922">
                <a:moveTo>
                  <a:pt x="0" y="0"/>
                </a:moveTo>
                <a:lnTo>
                  <a:pt x="10964923" y="0"/>
                </a:lnTo>
                <a:cubicBezTo>
                  <a:pt x="11242820" y="0"/>
                  <a:pt x="11468100" y="224539"/>
                  <a:pt x="11468100" y="501522"/>
                </a:cubicBezTo>
                <a:lnTo>
                  <a:pt x="11468100" y="3589922"/>
                </a:lnTo>
                <a:lnTo>
                  <a:pt x="0" y="3589922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914669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090" y="3316097"/>
            <a:ext cx="3242191" cy="1704459"/>
          </a:xfrm>
        </p:spPr>
        <p:txBody>
          <a:bodyPr anchor="t">
            <a:noAutofit/>
          </a:bodyPr>
          <a:lstStyle>
            <a:lvl1pPr>
              <a:defRPr sz="2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6389053-627F-50C3-46B2-6517FF15D6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1468100" cy="2879959"/>
          </a:xfrm>
          <a:custGeom>
            <a:avLst/>
            <a:gdLst>
              <a:gd name="connsiteX0" fmla="*/ 0 w 11468100"/>
              <a:gd name="connsiteY0" fmla="*/ 0 h 2879959"/>
              <a:gd name="connsiteX1" fmla="*/ 11468100 w 11468100"/>
              <a:gd name="connsiteY1" fmla="*/ 0 h 2879959"/>
              <a:gd name="connsiteX2" fmla="*/ 11468100 w 11468100"/>
              <a:gd name="connsiteY2" fmla="*/ 2378437 h 2879959"/>
              <a:gd name="connsiteX3" fmla="*/ 10964923 w 11468100"/>
              <a:gd name="connsiteY3" fmla="*/ 2879959 h 2879959"/>
              <a:gd name="connsiteX4" fmla="*/ 0 w 11468100"/>
              <a:gd name="connsiteY4" fmla="*/ 2879959 h 2879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68100" h="2879959">
                <a:moveTo>
                  <a:pt x="0" y="0"/>
                </a:moveTo>
                <a:lnTo>
                  <a:pt x="11468100" y="0"/>
                </a:lnTo>
                <a:lnTo>
                  <a:pt x="11468100" y="2378437"/>
                </a:lnTo>
                <a:cubicBezTo>
                  <a:pt x="11468100" y="2655420"/>
                  <a:pt x="11242820" y="2879959"/>
                  <a:pt x="10964923" y="2879959"/>
                </a:cubicBezTo>
                <a:lnTo>
                  <a:pt x="0" y="2879959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75355" y="3316096"/>
            <a:ext cx="7092745" cy="2852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6BD0F-C4D5-4648-AE67-0334C798CAF0}" type="datetime1">
              <a:rPr lang="en-US" smtClean="0"/>
              <a:t>11/7/2025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39178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960"/>
            <a:ext cx="10706100" cy="60442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F790B68-0230-A98B-796E-2C008AC2CC5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750092"/>
            <a:ext cx="6553940" cy="5107908"/>
          </a:xfrm>
          <a:custGeom>
            <a:avLst/>
            <a:gdLst>
              <a:gd name="connsiteX0" fmla="*/ 0 w 6553940"/>
              <a:gd name="connsiteY0" fmla="*/ 0 h 5107908"/>
              <a:gd name="connsiteX1" fmla="*/ 6118541 w 6553940"/>
              <a:gd name="connsiteY1" fmla="*/ 0 h 5107908"/>
              <a:gd name="connsiteX2" fmla="*/ 6553940 w 6553940"/>
              <a:gd name="connsiteY2" fmla="*/ 439618 h 5107908"/>
              <a:gd name="connsiteX3" fmla="*/ 6553940 w 6553940"/>
              <a:gd name="connsiteY3" fmla="*/ 5107908 h 5107908"/>
              <a:gd name="connsiteX4" fmla="*/ 0 w 6553940"/>
              <a:gd name="connsiteY4" fmla="*/ 5107908 h 5107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53940" h="5107908">
                <a:moveTo>
                  <a:pt x="0" y="0"/>
                </a:moveTo>
                <a:lnTo>
                  <a:pt x="6118541" y="0"/>
                </a:lnTo>
                <a:cubicBezTo>
                  <a:pt x="6359005" y="0"/>
                  <a:pt x="6553940" y="196824"/>
                  <a:pt x="6553940" y="439618"/>
                </a:cubicBezTo>
                <a:lnTo>
                  <a:pt x="6553940" y="5107908"/>
                </a:lnTo>
                <a:lnTo>
                  <a:pt x="0" y="5107908"/>
                </a:lnTo>
                <a:close/>
              </a:path>
            </a:pathLst>
          </a:custGeom>
          <a:blipFill dpi="0" rotWithShape="1">
            <a:blip r:embed="rId2" cstate="email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9994" y="1679171"/>
            <a:ext cx="4268106" cy="4493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99994" y="6389695"/>
            <a:ext cx="2183822" cy="338328"/>
          </a:xfrm>
        </p:spPr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3704" y="6389695"/>
            <a:ext cx="1625600" cy="338328"/>
          </a:xfrm>
        </p:spPr>
        <p:txBody>
          <a:bodyPr/>
          <a:lstStyle/>
          <a:p>
            <a:fld id="{5D4B59B1-FC9F-4862-BE70-711D68960DEF}" type="datetime1">
              <a:rPr lang="en-US" smtClean="0"/>
              <a:t>11/7/2025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5200" y="6389695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68357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959"/>
            <a:ext cx="4811167" cy="916991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0936EEA-460B-E34D-8B9C-832ADF15E4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1958288"/>
            <a:ext cx="5620853" cy="4899713"/>
          </a:xfrm>
          <a:custGeom>
            <a:avLst/>
            <a:gdLst>
              <a:gd name="connsiteX0" fmla="*/ 0 w 5620853"/>
              <a:gd name="connsiteY0" fmla="*/ 0 h 4899713"/>
              <a:gd name="connsiteX1" fmla="*/ 5119331 w 5620853"/>
              <a:gd name="connsiteY1" fmla="*/ 0 h 4899713"/>
              <a:gd name="connsiteX2" fmla="*/ 5620853 w 5620853"/>
              <a:gd name="connsiteY2" fmla="*/ 501522 h 4899713"/>
              <a:gd name="connsiteX3" fmla="*/ 5620853 w 5620853"/>
              <a:gd name="connsiteY3" fmla="*/ 4899713 h 4899713"/>
              <a:gd name="connsiteX4" fmla="*/ 0 w 5620853"/>
              <a:gd name="connsiteY4" fmla="*/ 4899713 h 4899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20853" h="4899713">
                <a:moveTo>
                  <a:pt x="0" y="0"/>
                </a:moveTo>
                <a:lnTo>
                  <a:pt x="5119331" y="0"/>
                </a:lnTo>
                <a:cubicBezTo>
                  <a:pt x="5396314" y="0"/>
                  <a:pt x="5620853" y="224539"/>
                  <a:pt x="5620853" y="501522"/>
                </a:cubicBezTo>
                <a:lnTo>
                  <a:pt x="5620853" y="4899713"/>
                </a:lnTo>
                <a:lnTo>
                  <a:pt x="0" y="4899713"/>
                </a:lnTo>
                <a:close/>
              </a:path>
            </a:pathLst>
          </a:custGeom>
          <a:blipFill dpi="0" rotWithShape="1">
            <a:blip r:embed="rId2" cstate="email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14184" y="822960"/>
            <a:ext cx="5153915" cy="52730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11795" y="6387559"/>
            <a:ext cx="2868392" cy="338328"/>
          </a:xfrm>
        </p:spPr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31917" y="6387559"/>
            <a:ext cx="1658678" cy="338328"/>
          </a:xfrm>
        </p:spPr>
        <p:txBody>
          <a:bodyPr/>
          <a:lstStyle/>
          <a:p>
            <a:fld id="{7EFCDA10-E457-4917-BC64-F048F06F0F8C}" type="datetime1">
              <a:rPr lang="en-US" smtClean="0"/>
              <a:t>11/7/2025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2325" y="6387559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60536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960"/>
            <a:ext cx="3383280" cy="1269365"/>
          </a:xfrm>
        </p:spPr>
        <p:txBody>
          <a:bodyPr anchor="t">
            <a:normAutofit/>
          </a:bodyPr>
          <a:lstStyle>
            <a:lvl1pPr>
              <a:defRPr sz="2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2E39E907-908A-148E-8CF0-2C3161E428B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2387462"/>
            <a:ext cx="4145281" cy="4470539"/>
          </a:xfrm>
          <a:custGeom>
            <a:avLst/>
            <a:gdLst>
              <a:gd name="connsiteX0" fmla="*/ 0 w 4145281"/>
              <a:gd name="connsiteY0" fmla="*/ 0 h 4470539"/>
              <a:gd name="connsiteX1" fmla="*/ 3629230 w 4145281"/>
              <a:gd name="connsiteY1" fmla="*/ 0 h 4470539"/>
              <a:gd name="connsiteX2" fmla="*/ 4145281 w 4145281"/>
              <a:gd name="connsiteY2" fmla="*/ 516051 h 4470539"/>
              <a:gd name="connsiteX3" fmla="*/ 4145281 w 4145281"/>
              <a:gd name="connsiteY3" fmla="*/ 4470539 h 4470539"/>
              <a:gd name="connsiteX4" fmla="*/ 0 w 4145281"/>
              <a:gd name="connsiteY4" fmla="*/ 4470539 h 4470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81" h="4470539">
                <a:moveTo>
                  <a:pt x="0" y="0"/>
                </a:moveTo>
                <a:lnTo>
                  <a:pt x="3629230" y="0"/>
                </a:lnTo>
                <a:cubicBezTo>
                  <a:pt x="3914237" y="0"/>
                  <a:pt x="4145281" y="231044"/>
                  <a:pt x="4145281" y="516051"/>
                </a:cubicBezTo>
                <a:lnTo>
                  <a:pt x="4145281" y="4470539"/>
                </a:lnTo>
                <a:lnTo>
                  <a:pt x="0" y="4470539"/>
                </a:lnTo>
                <a:close/>
              </a:path>
            </a:pathLst>
          </a:custGeom>
          <a:blipFill dpi="0" rotWithShape="1">
            <a:blip r:embed="rId2" cstate="email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39479" y="781685"/>
            <a:ext cx="6628621" cy="53905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6266" y="6388215"/>
            <a:ext cx="2969008" cy="338328"/>
          </a:xfrm>
        </p:spPr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32999" y="6388215"/>
            <a:ext cx="2558901" cy="338328"/>
          </a:xfrm>
        </p:spPr>
        <p:txBody>
          <a:bodyPr/>
          <a:lstStyle/>
          <a:p>
            <a:fld id="{AB3EE277-5476-46BE-B8A4-57C9A5EE5A4F}" type="datetime1">
              <a:rPr lang="en-US" smtClean="0"/>
              <a:t>11/7/2025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2323" y="6388215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84371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6EF0D11-5ED9-D2C8-48DF-CDDD85CEA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524" y="0"/>
            <a:ext cx="12192000" cy="6858000"/>
          </a:xfrm>
          <a:prstGeom prst="rect">
            <a:avLst/>
          </a:prstGeom>
          <a:solidFill>
            <a:schemeClr val="accent3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62E16-021E-429D-57AF-0AC1B266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4809744"/>
            <a:ext cx="9345168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5285B4-939B-FC12-E19A-F30DFE493F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60350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8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25984-1615-5B69-4A65-E3A7E6508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2025 Rod Trent — Reproduction permitted for non-commercial ministry use with attribution.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3913C-4E7F-A6E2-8028-C03CFD32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0FAE453-54F9-4DEB-9700-1E74FB9895CA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6A07C-51B6-897B-8C81-FBA62CFE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6586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3547126-466C-18B0-8C04-007D93615C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"/>
            <a:ext cx="11208688" cy="5154130"/>
          </a:xfrm>
          <a:custGeom>
            <a:avLst/>
            <a:gdLst>
              <a:gd name="connsiteX0" fmla="*/ 0 w 11208688"/>
              <a:gd name="connsiteY0" fmla="*/ 0 h 5154130"/>
              <a:gd name="connsiteX1" fmla="*/ 11208688 w 11208688"/>
              <a:gd name="connsiteY1" fmla="*/ 0 h 5154130"/>
              <a:gd name="connsiteX2" fmla="*/ 11208688 w 11208688"/>
              <a:gd name="connsiteY2" fmla="*/ 526471 h 5154130"/>
              <a:gd name="connsiteX3" fmla="*/ 11208688 w 11208688"/>
              <a:gd name="connsiteY3" fmla="*/ 4126137 h 5154130"/>
              <a:gd name="connsiteX4" fmla="*/ 11208688 w 11208688"/>
              <a:gd name="connsiteY4" fmla="*/ 4652608 h 5154130"/>
              <a:gd name="connsiteX5" fmla="*/ 10707166 w 11208688"/>
              <a:gd name="connsiteY5" fmla="*/ 5154130 h 5154130"/>
              <a:gd name="connsiteX6" fmla="*/ 0 w 11208688"/>
              <a:gd name="connsiteY6" fmla="*/ 5154130 h 5154130"/>
              <a:gd name="connsiteX7" fmla="*/ 0 w 11208688"/>
              <a:gd name="connsiteY7" fmla="*/ 4627659 h 5154130"/>
              <a:gd name="connsiteX8" fmla="*/ 0 w 11208688"/>
              <a:gd name="connsiteY8" fmla="*/ 526471 h 515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208688" h="5154130">
                <a:moveTo>
                  <a:pt x="0" y="0"/>
                </a:moveTo>
                <a:lnTo>
                  <a:pt x="11208688" y="0"/>
                </a:lnTo>
                <a:lnTo>
                  <a:pt x="11208688" y="526471"/>
                </a:lnTo>
                <a:lnTo>
                  <a:pt x="11208688" y="4126137"/>
                </a:lnTo>
                <a:lnTo>
                  <a:pt x="11208688" y="4652608"/>
                </a:lnTo>
                <a:cubicBezTo>
                  <a:pt x="11208688" y="4929591"/>
                  <a:pt x="10984149" y="5154130"/>
                  <a:pt x="10707166" y="5154130"/>
                </a:cubicBezTo>
                <a:lnTo>
                  <a:pt x="0" y="5154130"/>
                </a:lnTo>
                <a:lnTo>
                  <a:pt x="0" y="4627659"/>
                </a:lnTo>
                <a:lnTo>
                  <a:pt x="0" y="52647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62E16-021E-429D-57AF-0AC1B266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089" y="5483352"/>
            <a:ext cx="10361130" cy="84817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lang="en-US" sz="2600" dirty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5285B4-939B-FC12-E19A-F30DFE493F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1015" y="684412"/>
            <a:ext cx="10592204" cy="412299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buNone/>
              <a:defRPr lang="en-US" sz="27800" spc="-200" baseline="0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25984-1615-5B69-4A65-E3A7E6508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© 2025 Rod Trent — Reproduction permitted for non-commercial ministry use with attribution.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3913C-4E7F-A6E2-8028-C03CFD32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22C1C7E-0A58-4551-A3D0-9AB44B02CC5B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6A07C-51B6-897B-8C81-FBA62CFE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0411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0AA79A0-CEA9-1C5C-A8CA-D3F95D5633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57010"/>
            <a:ext cx="11208688" cy="2100988"/>
          </a:xfrm>
          <a:custGeom>
            <a:avLst/>
            <a:gdLst>
              <a:gd name="connsiteX0" fmla="*/ 0 w 11208688"/>
              <a:gd name="connsiteY0" fmla="*/ 0 h 2100988"/>
              <a:gd name="connsiteX1" fmla="*/ 10707166 w 11208688"/>
              <a:gd name="connsiteY1" fmla="*/ 0 h 2100988"/>
              <a:gd name="connsiteX2" fmla="*/ 11208688 w 11208688"/>
              <a:gd name="connsiteY2" fmla="*/ 501522 h 2100988"/>
              <a:gd name="connsiteX3" fmla="*/ 11208688 w 11208688"/>
              <a:gd name="connsiteY3" fmla="*/ 2100988 h 2100988"/>
              <a:gd name="connsiteX4" fmla="*/ 0 w 11208688"/>
              <a:gd name="connsiteY4" fmla="*/ 2100988 h 2100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08688" h="2100988">
                <a:moveTo>
                  <a:pt x="0" y="0"/>
                </a:moveTo>
                <a:lnTo>
                  <a:pt x="10707166" y="0"/>
                </a:lnTo>
                <a:cubicBezTo>
                  <a:pt x="10984149" y="0"/>
                  <a:pt x="11208688" y="224539"/>
                  <a:pt x="11208688" y="501522"/>
                </a:cubicBezTo>
                <a:lnTo>
                  <a:pt x="11208688" y="2100988"/>
                </a:lnTo>
                <a:lnTo>
                  <a:pt x="0" y="2100988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2C5FBA-F4AA-552B-2245-767D47272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"/>
            <a:ext cx="11208688" cy="4627659"/>
          </a:xfrm>
          <a:custGeom>
            <a:avLst/>
            <a:gdLst>
              <a:gd name="connsiteX0" fmla="*/ 0 w 11208688"/>
              <a:gd name="connsiteY0" fmla="*/ 0 h 4627659"/>
              <a:gd name="connsiteX1" fmla="*/ 11208688 w 11208688"/>
              <a:gd name="connsiteY1" fmla="*/ 0 h 4627659"/>
              <a:gd name="connsiteX2" fmla="*/ 11208688 w 11208688"/>
              <a:gd name="connsiteY2" fmla="*/ 4126137 h 4627659"/>
              <a:gd name="connsiteX3" fmla="*/ 10707166 w 11208688"/>
              <a:gd name="connsiteY3" fmla="*/ 4627659 h 4627659"/>
              <a:gd name="connsiteX4" fmla="*/ 0 w 11208688"/>
              <a:gd name="connsiteY4" fmla="*/ 4627659 h 4627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08688" h="4627659">
                <a:moveTo>
                  <a:pt x="0" y="0"/>
                </a:moveTo>
                <a:lnTo>
                  <a:pt x="11208688" y="0"/>
                </a:lnTo>
                <a:lnTo>
                  <a:pt x="11208688" y="4126137"/>
                </a:lnTo>
                <a:cubicBezTo>
                  <a:pt x="11208688" y="4403120"/>
                  <a:pt x="10984149" y="4627659"/>
                  <a:pt x="10707166" y="4627659"/>
                </a:cubicBezTo>
                <a:lnTo>
                  <a:pt x="0" y="462765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62E16-021E-429D-57AF-0AC1B266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5230760"/>
            <a:ext cx="9738852" cy="101763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lang="en-US" sz="2600" dirty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5285B4-939B-FC12-E19A-F30DFE493F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9328" y="420624"/>
            <a:ext cx="10592204" cy="411287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buNone/>
              <a:defRPr lang="en-US" sz="27800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25984-1615-5B69-4A65-E3A7E6508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© 2025 Rod Trent — Reproduction permitted for non-commercial ministry use with attribution.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3913C-4E7F-A6E2-8028-C03CFD32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7202258-155C-465E-9701-0288ACD89E57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6A07C-51B6-897B-8C81-FBA62CFE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9596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4677EE2-225B-FA02-73B9-DFB5D0135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83948"/>
            <a:ext cx="11208688" cy="2074052"/>
          </a:xfrm>
          <a:custGeom>
            <a:avLst/>
            <a:gdLst>
              <a:gd name="connsiteX0" fmla="*/ 0 w 11208688"/>
              <a:gd name="connsiteY0" fmla="*/ 0 h 2074052"/>
              <a:gd name="connsiteX1" fmla="*/ 10707166 w 11208688"/>
              <a:gd name="connsiteY1" fmla="*/ 0 h 2074052"/>
              <a:gd name="connsiteX2" fmla="*/ 11208688 w 11208688"/>
              <a:gd name="connsiteY2" fmla="*/ 501522 h 2074052"/>
              <a:gd name="connsiteX3" fmla="*/ 11208688 w 11208688"/>
              <a:gd name="connsiteY3" fmla="*/ 2074052 h 2074052"/>
              <a:gd name="connsiteX4" fmla="*/ 0 w 11208688"/>
              <a:gd name="connsiteY4" fmla="*/ 2074052 h 2074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08688" h="2074052">
                <a:moveTo>
                  <a:pt x="0" y="0"/>
                </a:moveTo>
                <a:lnTo>
                  <a:pt x="10707166" y="0"/>
                </a:lnTo>
                <a:cubicBezTo>
                  <a:pt x="10984149" y="0"/>
                  <a:pt x="11208688" y="224539"/>
                  <a:pt x="11208688" y="501522"/>
                </a:cubicBezTo>
                <a:lnTo>
                  <a:pt x="11208688" y="2074052"/>
                </a:lnTo>
                <a:lnTo>
                  <a:pt x="0" y="207405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62E16-021E-429D-57AF-0AC1B266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5249809"/>
            <a:ext cx="9768348" cy="110907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lang="en-US" sz="2400" dirty="0">
                <a:latin typeface="+mn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5285B4-939B-FC12-E19A-F30DFE493F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9496" y="341968"/>
            <a:ext cx="11100816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buNone/>
              <a:defRPr lang="en-US" sz="27800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1EFD95-05D4-9FAB-FCB7-D3A2AB29456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72090" y="6382512"/>
            <a:ext cx="2816835" cy="338328"/>
          </a:xfrm>
        </p:spPr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D5117C2-BE70-9A87-4113-2ECE3F1A43BF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291411" y="6382512"/>
            <a:ext cx="1612674" cy="338328"/>
          </a:xfrm>
        </p:spPr>
        <p:txBody>
          <a:bodyPr/>
          <a:lstStyle/>
          <a:p>
            <a:fld id="{AE752CDE-12F9-4A41-AD47-7238E186A259}" type="datetime1">
              <a:rPr lang="en-US" smtClean="0"/>
              <a:t>11/7/2025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776532-A6F1-5788-D1D1-3F91B5B3B7D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050742" y="6382512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3685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4CBAD94-77D4-9CC1-DE93-BFA7FA5FBB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2090" y="0"/>
            <a:ext cx="11419910" cy="6096000"/>
          </a:xfrm>
          <a:custGeom>
            <a:avLst/>
            <a:gdLst>
              <a:gd name="connsiteX0" fmla="*/ 0 w 11419910"/>
              <a:gd name="connsiteY0" fmla="*/ 0 h 6096000"/>
              <a:gd name="connsiteX1" fmla="*/ 11419910 w 11419910"/>
              <a:gd name="connsiteY1" fmla="*/ 0 h 6096000"/>
              <a:gd name="connsiteX2" fmla="*/ 11419910 w 11419910"/>
              <a:gd name="connsiteY2" fmla="*/ 6096000 h 6096000"/>
              <a:gd name="connsiteX3" fmla="*/ 501522 w 11419910"/>
              <a:gd name="connsiteY3" fmla="*/ 6096000 h 6096000"/>
              <a:gd name="connsiteX4" fmla="*/ 0 w 11419910"/>
              <a:gd name="connsiteY4" fmla="*/ 5594478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19910" h="6096000">
                <a:moveTo>
                  <a:pt x="0" y="0"/>
                </a:moveTo>
                <a:lnTo>
                  <a:pt x="11419910" y="0"/>
                </a:lnTo>
                <a:lnTo>
                  <a:pt x="11419910" y="6096000"/>
                </a:lnTo>
                <a:lnTo>
                  <a:pt x="501522" y="6096000"/>
                </a:lnTo>
                <a:cubicBezTo>
                  <a:pt x="224539" y="6096000"/>
                  <a:pt x="0" y="5871461"/>
                  <a:pt x="0" y="559447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20575" y="863029"/>
            <a:ext cx="9383510" cy="468501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6600" b="0"/>
            </a:lvl1pPr>
            <a:lvl2pPr marL="228600" indent="0">
              <a:lnSpc>
                <a:spcPct val="90000"/>
              </a:lnSpc>
              <a:buNone/>
              <a:defRPr sz="6000" b="0"/>
            </a:lvl2pPr>
            <a:lvl3pPr marL="457200" indent="0">
              <a:lnSpc>
                <a:spcPct val="90000"/>
              </a:lnSpc>
              <a:buNone/>
              <a:defRPr sz="5400" b="0"/>
            </a:lvl3pPr>
            <a:lvl4pPr marL="685800" indent="0">
              <a:lnSpc>
                <a:spcPct val="90000"/>
              </a:lnSpc>
              <a:buNone/>
              <a:defRPr sz="4800" b="0"/>
            </a:lvl4pPr>
            <a:lvl5pPr marL="914400" indent="0">
              <a:lnSpc>
                <a:spcPct val="90000"/>
              </a:lnSpc>
              <a:buNone/>
              <a:defRPr sz="4400" b="0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D3B3-3FC3-4F94-A0E1-B62397BEFBFB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280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4592" y="94592"/>
            <a:ext cx="11617947" cy="5752531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200" b="0" cap="all" spc="-100" baseline="0">
                <a:solidFill>
                  <a:schemeClr val="accent1"/>
                </a:solidFill>
              </a:defRPr>
            </a:lvl1pPr>
            <a:lvl2pPr marL="228600" indent="0">
              <a:lnSpc>
                <a:spcPct val="90000"/>
              </a:lnSpc>
              <a:buNone/>
              <a:defRPr sz="7200" b="0" cap="all" spc="-100" baseline="0">
                <a:solidFill>
                  <a:schemeClr val="accent1"/>
                </a:solidFill>
              </a:defRPr>
            </a:lvl2pPr>
            <a:lvl3pPr marL="457200" indent="0">
              <a:lnSpc>
                <a:spcPct val="90000"/>
              </a:lnSpc>
              <a:buNone/>
              <a:defRPr sz="7200" b="0" cap="all" spc="-100" baseline="0">
                <a:solidFill>
                  <a:schemeClr val="accent1"/>
                </a:solidFill>
              </a:defRPr>
            </a:lvl3pPr>
            <a:lvl4pPr marL="685800" indent="0">
              <a:lnSpc>
                <a:spcPct val="90000"/>
              </a:lnSpc>
              <a:buNone/>
              <a:defRPr sz="7200" b="0" cap="all" spc="-100" baseline="0">
                <a:solidFill>
                  <a:schemeClr val="accent1"/>
                </a:solidFill>
              </a:defRPr>
            </a:lvl4pPr>
            <a:lvl5pPr marL="914400" indent="0">
              <a:lnSpc>
                <a:spcPct val="90000"/>
              </a:lnSpc>
              <a:buNone/>
              <a:defRPr sz="7200" b="0" cap="all" spc="-100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6674B-3C82-4867-9507-815800D9E250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11156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0E08BE8-EB98-F551-F5ED-FE16CE82F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1139327" cy="5821522"/>
          </a:xfrm>
          <a:custGeom>
            <a:avLst/>
            <a:gdLst>
              <a:gd name="connsiteX0" fmla="*/ 0 w 11139327"/>
              <a:gd name="connsiteY0" fmla="*/ 0 h 5821522"/>
              <a:gd name="connsiteX1" fmla="*/ 11139327 w 11139327"/>
              <a:gd name="connsiteY1" fmla="*/ 0 h 5821522"/>
              <a:gd name="connsiteX2" fmla="*/ 11139327 w 11139327"/>
              <a:gd name="connsiteY2" fmla="*/ 5320000 h 5821522"/>
              <a:gd name="connsiteX3" fmla="*/ 10637805 w 11139327"/>
              <a:gd name="connsiteY3" fmla="*/ 5821522 h 5821522"/>
              <a:gd name="connsiteX4" fmla="*/ 0 w 11139327"/>
              <a:gd name="connsiteY4" fmla="*/ 5821522 h 5821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39327" h="5821522">
                <a:moveTo>
                  <a:pt x="0" y="0"/>
                </a:moveTo>
                <a:lnTo>
                  <a:pt x="11139327" y="0"/>
                </a:lnTo>
                <a:lnTo>
                  <a:pt x="11139327" y="5320000"/>
                </a:lnTo>
                <a:cubicBezTo>
                  <a:pt x="11139327" y="5596983"/>
                  <a:pt x="10914788" y="5821522"/>
                  <a:pt x="10637805" y="5821522"/>
                </a:cubicBezTo>
                <a:lnTo>
                  <a:pt x="0" y="582152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90418" y="288194"/>
            <a:ext cx="9976207" cy="502567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6600" b="0" cap="all" spc="-100" baseline="0">
                <a:solidFill>
                  <a:schemeClr val="accent1"/>
                </a:solidFill>
              </a:defRPr>
            </a:lvl1pPr>
            <a:lvl2pPr marL="228600" indent="0">
              <a:lnSpc>
                <a:spcPct val="90000"/>
              </a:lnSpc>
              <a:buNone/>
              <a:defRPr sz="6600" b="0" cap="all" spc="-100" baseline="0">
                <a:solidFill>
                  <a:schemeClr val="accent1"/>
                </a:solidFill>
              </a:defRPr>
            </a:lvl2pPr>
            <a:lvl3pPr marL="457200" indent="0">
              <a:lnSpc>
                <a:spcPct val="90000"/>
              </a:lnSpc>
              <a:buNone/>
              <a:defRPr sz="6600" b="0" cap="all" spc="-100" baseline="0">
                <a:solidFill>
                  <a:schemeClr val="accent1"/>
                </a:solidFill>
              </a:defRPr>
            </a:lvl3pPr>
            <a:lvl4pPr marL="685800" indent="0">
              <a:lnSpc>
                <a:spcPct val="90000"/>
              </a:lnSpc>
              <a:buNone/>
              <a:defRPr sz="6600" b="0" cap="all" spc="-100" baseline="0">
                <a:solidFill>
                  <a:schemeClr val="accent1"/>
                </a:solidFill>
              </a:defRPr>
            </a:lvl4pPr>
            <a:lvl5pPr marL="914400" indent="0">
              <a:lnSpc>
                <a:spcPct val="90000"/>
              </a:lnSpc>
              <a:buNone/>
              <a:defRPr sz="6600" b="0" cap="all" spc="-100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22B38-F41E-4E07-BF06-028300BAB9A3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6891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AB2664E-ED20-1581-CFBA-A89627E3F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0719069" cy="5585244"/>
          </a:xfrm>
          <a:custGeom>
            <a:avLst/>
            <a:gdLst>
              <a:gd name="connsiteX0" fmla="*/ 0 w 10719069"/>
              <a:gd name="connsiteY0" fmla="*/ 0 h 5585244"/>
              <a:gd name="connsiteX1" fmla="*/ 10719069 w 10719069"/>
              <a:gd name="connsiteY1" fmla="*/ 0 h 5585244"/>
              <a:gd name="connsiteX2" fmla="*/ 10719069 w 10719069"/>
              <a:gd name="connsiteY2" fmla="*/ 5083722 h 5585244"/>
              <a:gd name="connsiteX3" fmla="*/ 10217547 w 10719069"/>
              <a:gd name="connsiteY3" fmla="*/ 5585244 h 5585244"/>
              <a:gd name="connsiteX4" fmla="*/ 0 w 10719069"/>
              <a:gd name="connsiteY4" fmla="*/ 5585244 h 5585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19069" h="5585244">
                <a:moveTo>
                  <a:pt x="0" y="0"/>
                </a:moveTo>
                <a:lnTo>
                  <a:pt x="10719069" y="0"/>
                </a:lnTo>
                <a:lnTo>
                  <a:pt x="10719069" y="5083722"/>
                </a:lnTo>
                <a:cubicBezTo>
                  <a:pt x="10719069" y="5360705"/>
                  <a:pt x="10494530" y="5585244"/>
                  <a:pt x="10217547" y="5585244"/>
                </a:cubicBezTo>
                <a:lnTo>
                  <a:pt x="0" y="5585244"/>
                </a:lnTo>
                <a:close/>
              </a:path>
            </a:pathLst>
          </a:custGeom>
          <a:solidFill>
            <a:schemeClr val="accent3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1515" y="606176"/>
            <a:ext cx="9339210" cy="453090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6600" b="0" cap="none" baseline="0">
                <a:solidFill>
                  <a:schemeClr val="accent1"/>
                </a:solidFill>
              </a:defRPr>
            </a:lvl1pPr>
            <a:lvl2pPr marL="228600" indent="0">
              <a:lnSpc>
                <a:spcPct val="90000"/>
              </a:lnSpc>
              <a:buNone/>
              <a:defRPr sz="6000" b="0" cap="none" baseline="0">
                <a:solidFill>
                  <a:schemeClr val="accent1"/>
                </a:solidFill>
              </a:defRPr>
            </a:lvl2pPr>
            <a:lvl3pPr marL="457200" indent="0">
              <a:lnSpc>
                <a:spcPct val="90000"/>
              </a:lnSpc>
              <a:buNone/>
              <a:defRPr sz="5400" b="0" cap="none" baseline="0">
                <a:solidFill>
                  <a:schemeClr val="accent1"/>
                </a:solidFill>
              </a:defRPr>
            </a:lvl3pPr>
            <a:lvl4pPr marL="685800" indent="0">
              <a:lnSpc>
                <a:spcPct val="90000"/>
              </a:lnSpc>
              <a:buNone/>
              <a:defRPr sz="4800" b="0" cap="none" baseline="0">
                <a:solidFill>
                  <a:schemeClr val="accent1"/>
                </a:solidFill>
              </a:defRPr>
            </a:lvl4pPr>
            <a:lvl5pPr marL="914400" indent="0">
              <a:lnSpc>
                <a:spcPct val="90000"/>
              </a:lnSpc>
              <a:buNone/>
              <a:defRPr sz="4400" b="0" cap="none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© 2025 Rod Trent — Reproduction permitted for non-commercial ministry use with attribution.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83C49BE-C888-4446-B665-7465A7E9FFA1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6294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43032" y="1455226"/>
            <a:ext cx="10152770" cy="5065498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7200" b="0">
                <a:solidFill>
                  <a:schemeClr val="accent1"/>
                </a:solidFill>
              </a:defRPr>
            </a:lvl1pPr>
            <a:lvl2pPr marL="228600" indent="0">
              <a:lnSpc>
                <a:spcPct val="90000"/>
              </a:lnSpc>
              <a:buNone/>
              <a:defRPr sz="6600" b="0">
                <a:solidFill>
                  <a:schemeClr val="accent1"/>
                </a:solidFill>
              </a:defRPr>
            </a:lvl2pPr>
            <a:lvl3pPr marL="457200" indent="0">
              <a:lnSpc>
                <a:spcPct val="90000"/>
              </a:lnSpc>
              <a:buNone/>
              <a:defRPr sz="6000" b="0">
                <a:solidFill>
                  <a:schemeClr val="accent1"/>
                </a:solidFill>
              </a:defRPr>
            </a:lvl3pPr>
            <a:lvl4pPr marL="685800" indent="0">
              <a:lnSpc>
                <a:spcPct val="90000"/>
              </a:lnSpc>
              <a:buNone/>
              <a:defRPr sz="5400" b="0">
                <a:solidFill>
                  <a:schemeClr val="accent1"/>
                </a:solidFill>
              </a:defRPr>
            </a:lvl4pPr>
            <a:lvl5pPr marL="914400" indent="0">
              <a:lnSpc>
                <a:spcPct val="90000"/>
              </a:lnSpc>
              <a:buNone/>
              <a:defRPr sz="48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8096" y="64008"/>
            <a:ext cx="3569995" cy="338328"/>
          </a:xfrm>
        </p:spPr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91411" y="64008"/>
            <a:ext cx="1612674" cy="338328"/>
          </a:xfrm>
        </p:spPr>
        <p:txBody>
          <a:bodyPr/>
          <a:lstStyle/>
          <a:p>
            <a:fld id="{2DB7A137-FE82-4EF4-8AE4-0524C6EBBC46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5096" y="64008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99522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accent3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2090" y="5085707"/>
            <a:ext cx="8968722" cy="7573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60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72090" y="821934"/>
            <a:ext cx="8968722" cy="3742116"/>
          </a:xfrm>
        </p:spPr>
        <p:txBody>
          <a:bodyPr anchor="t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None/>
              <a:defRPr sz="6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66F519-3A11-8ACC-F11B-0C5B8388C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50CCE4-9136-9EA6-8630-92DA75F38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6F46C-4321-4454-8283-6BD7935C2430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677173-46BB-8B19-DE87-86D46A98F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97729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096" y="4965192"/>
            <a:ext cx="9841113" cy="128930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72090" y="729465"/>
            <a:ext cx="9841114" cy="3814182"/>
          </a:xfrm>
        </p:spPr>
        <p:txBody>
          <a:bodyPr anchor="t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None/>
              <a:defRPr sz="7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8AE5996-C1E5-AFF0-1C20-EFDC871179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554EA42-18F1-82AE-02C3-B2B2A57AD70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33F33AC-E819-4F60-9C30-220270D46C13}" type="datetime1">
              <a:rPr lang="en-US" smtClean="0"/>
              <a:t>11/7/2025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8ACF18-7D60-FEE3-1B8D-6E5F51611A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0123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243F357D-01B6-71AD-58FF-26C551B8D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0" y="5155892"/>
            <a:ext cx="11468099" cy="1702107"/>
          </a:xfrm>
          <a:custGeom>
            <a:avLst/>
            <a:gdLst>
              <a:gd name="connsiteX0" fmla="*/ 10322569 w 10836926"/>
              <a:gd name="connsiteY0" fmla="*/ 1702107 h 1702107"/>
              <a:gd name="connsiteX1" fmla="*/ 0 w 10836926"/>
              <a:gd name="connsiteY1" fmla="*/ 1702107 h 1702107"/>
              <a:gd name="connsiteX2" fmla="*/ 0 w 10836926"/>
              <a:gd name="connsiteY2" fmla="*/ 0 h 1702107"/>
              <a:gd name="connsiteX3" fmla="*/ 10836926 w 10836926"/>
              <a:gd name="connsiteY3" fmla="*/ 0 h 1702107"/>
              <a:gd name="connsiteX4" fmla="*/ 10836926 w 10836926"/>
              <a:gd name="connsiteY4" fmla="*/ 1187751 h 1702107"/>
              <a:gd name="connsiteX5" fmla="*/ 10322569 w 10836926"/>
              <a:gd name="connsiteY5" fmla="*/ 1702107 h 1702107"/>
              <a:gd name="connsiteX0" fmla="*/ 10990389 w 11504746"/>
              <a:gd name="connsiteY0" fmla="*/ 1702107 h 1702107"/>
              <a:gd name="connsiteX1" fmla="*/ 0 w 11504746"/>
              <a:gd name="connsiteY1" fmla="*/ 1702107 h 1702107"/>
              <a:gd name="connsiteX2" fmla="*/ 667820 w 11504746"/>
              <a:gd name="connsiteY2" fmla="*/ 0 h 1702107"/>
              <a:gd name="connsiteX3" fmla="*/ 11504746 w 11504746"/>
              <a:gd name="connsiteY3" fmla="*/ 0 h 1702107"/>
              <a:gd name="connsiteX4" fmla="*/ 11504746 w 11504746"/>
              <a:gd name="connsiteY4" fmla="*/ 1187751 h 1702107"/>
              <a:gd name="connsiteX5" fmla="*/ 10990389 w 11504746"/>
              <a:gd name="connsiteY5" fmla="*/ 1702107 h 1702107"/>
              <a:gd name="connsiteX0" fmla="*/ 11000664 w 11515021"/>
              <a:gd name="connsiteY0" fmla="*/ 1702107 h 1702107"/>
              <a:gd name="connsiteX1" fmla="*/ 10275 w 11515021"/>
              <a:gd name="connsiteY1" fmla="*/ 1702107 h 1702107"/>
              <a:gd name="connsiteX2" fmla="*/ 0 w 11515021"/>
              <a:gd name="connsiteY2" fmla="*/ 0 h 1702107"/>
              <a:gd name="connsiteX3" fmla="*/ 11515021 w 11515021"/>
              <a:gd name="connsiteY3" fmla="*/ 0 h 1702107"/>
              <a:gd name="connsiteX4" fmla="*/ 11515021 w 11515021"/>
              <a:gd name="connsiteY4" fmla="*/ 1187751 h 1702107"/>
              <a:gd name="connsiteX5" fmla="*/ 11000664 w 11515021"/>
              <a:gd name="connsiteY5" fmla="*/ 1702107 h 1702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15021" h="1702107">
                <a:moveTo>
                  <a:pt x="11000664" y="1702107"/>
                </a:moveTo>
                <a:lnTo>
                  <a:pt x="10275" y="1702107"/>
                </a:lnTo>
                <a:lnTo>
                  <a:pt x="0" y="0"/>
                </a:lnTo>
                <a:lnTo>
                  <a:pt x="11515021" y="0"/>
                </a:lnTo>
                <a:lnTo>
                  <a:pt x="11515021" y="1187751"/>
                </a:lnTo>
                <a:cubicBezTo>
                  <a:pt x="11515021" y="1471822"/>
                  <a:pt x="11284736" y="1702107"/>
                  <a:pt x="11000664" y="170210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38381" y="5684948"/>
            <a:ext cx="9060691" cy="643997"/>
          </a:xfrm>
        </p:spPr>
        <p:txBody>
          <a:bodyPr anchor="ctr">
            <a:normAutofit/>
          </a:bodyPr>
          <a:lstStyle>
            <a:lvl1pPr algn="r">
              <a:lnSpc>
                <a:spcPct val="120000"/>
              </a:lnSpc>
              <a:defRPr sz="160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38382" y="1027417"/>
            <a:ext cx="9060691" cy="340074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66F519-3A11-8ACC-F11B-0C5B8388C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2090" y="6382512"/>
            <a:ext cx="2816835" cy="338328"/>
          </a:xfrm>
        </p:spPr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50CCE4-9136-9EA6-8630-92DA75F38F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91411" y="6382512"/>
            <a:ext cx="1612674" cy="338328"/>
          </a:xfrm>
        </p:spPr>
        <p:txBody>
          <a:bodyPr/>
          <a:lstStyle/>
          <a:p>
            <a:fld id="{CCD2E96D-EB7F-4A35-AD6B-9E4EFBDF8AA7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677173-46BB-8B19-DE87-86D46A98F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0742" y="6382512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86409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DA777E9-52E4-B265-D19D-C179BB567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809939" cy="5148072"/>
          </a:xfrm>
          <a:custGeom>
            <a:avLst/>
            <a:gdLst>
              <a:gd name="connsiteX0" fmla="*/ 0 w 10809939"/>
              <a:gd name="connsiteY0" fmla="*/ 0 h 5148072"/>
              <a:gd name="connsiteX1" fmla="*/ 10809939 w 10809939"/>
              <a:gd name="connsiteY1" fmla="*/ 0 h 5148072"/>
              <a:gd name="connsiteX2" fmla="*/ 10809939 w 10809939"/>
              <a:gd name="connsiteY2" fmla="*/ 4646550 h 5148072"/>
              <a:gd name="connsiteX3" fmla="*/ 10308417 w 10809939"/>
              <a:gd name="connsiteY3" fmla="*/ 5148072 h 5148072"/>
              <a:gd name="connsiteX4" fmla="*/ 0 w 10809939"/>
              <a:gd name="connsiteY4" fmla="*/ 5148072 h 5148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09939" h="5148072">
                <a:moveTo>
                  <a:pt x="0" y="0"/>
                </a:moveTo>
                <a:lnTo>
                  <a:pt x="10809939" y="0"/>
                </a:lnTo>
                <a:lnTo>
                  <a:pt x="10809939" y="4646550"/>
                </a:lnTo>
                <a:cubicBezTo>
                  <a:pt x="10809939" y="4923533"/>
                  <a:pt x="10585400" y="5148072"/>
                  <a:pt x="10308417" y="5148072"/>
                </a:cubicBezTo>
                <a:lnTo>
                  <a:pt x="0" y="514807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6" y="5518298"/>
            <a:ext cx="8964384" cy="81849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600" b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67446" y="750013"/>
            <a:ext cx="8733760" cy="3800721"/>
          </a:xfrm>
        </p:spPr>
        <p:txBody>
          <a:bodyPr anchor="t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None/>
              <a:defRPr sz="5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D62116-941C-252B-AE63-2508CE4FDD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72090" y="6382512"/>
            <a:ext cx="2816835" cy="338328"/>
          </a:xfrm>
        </p:spPr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3547C88-24DC-DAA1-274D-9715ED6805B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291411" y="6382512"/>
            <a:ext cx="1612674" cy="338328"/>
          </a:xfrm>
        </p:spPr>
        <p:txBody>
          <a:bodyPr/>
          <a:lstStyle/>
          <a:p>
            <a:fld id="{39941743-9ABB-459B-ABBD-15DC4D71A1CF}" type="datetime1">
              <a:rPr lang="en-US" smtClean="0"/>
              <a:t>11/7/2025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921AC9D-428B-1CE3-499F-1289B47D5F2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050742" y="6382512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2167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5">
    <p:bg>
      <p:bgPr>
        <a:solidFill>
          <a:schemeClr val="accent3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EBA2EC2-4347-818C-501D-DEEA9CA0D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-1"/>
            <a:ext cx="10809939" cy="5617255"/>
          </a:xfrm>
          <a:custGeom>
            <a:avLst/>
            <a:gdLst>
              <a:gd name="connsiteX0" fmla="*/ 0 w 10809939"/>
              <a:gd name="connsiteY0" fmla="*/ 0 h 5638868"/>
              <a:gd name="connsiteX1" fmla="*/ 10809939 w 10809939"/>
              <a:gd name="connsiteY1" fmla="*/ 0 h 5638868"/>
              <a:gd name="connsiteX2" fmla="*/ 10809939 w 10809939"/>
              <a:gd name="connsiteY2" fmla="*/ 5116914 h 5638868"/>
              <a:gd name="connsiteX3" fmla="*/ 10287986 w 10809939"/>
              <a:gd name="connsiteY3" fmla="*/ 5638868 h 5638868"/>
              <a:gd name="connsiteX4" fmla="*/ 0 w 10809939"/>
              <a:gd name="connsiteY4" fmla="*/ 5638868 h 5638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09939" h="5638868">
                <a:moveTo>
                  <a:pt x="0" y="0"/>
                </a:moveTo>
                <a:lnTo>
                  <a:pt x="10809939" y="0"/>
                </a:lnTo>
                <a:lnTo>
                  <a:pt x="10809939" y="5116914"/>
                </a:lnTo>
                <a:cubicBezTo>
                  <a:pt x="10809939" y="5405181"/>
                  <a:pt x="10576253" y="5638868"/>
                  <a:pt x="10287986" y="5638868"/>
                </a:cubicBezTo>
                <a:lnTo>
                  <a:pt x="0" y="5638868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6765" y="4318612"/>
            <a:ext cx="7364515" cy="996027"/>
          </a:xfrm>
        </p:spPr>
        <p:txBody>
          <a:bodyPr anchor="ctr">
            <a:normAutofit/>
          </a:bodyPr>
          <a:lstStyle>
            <a:lvl1pPr algn="r">
              <a:lnSpc>
                <a:spcPct val="120000"/>
              </a:lnSpc>
              <a:defRPr sz="1400" b="0" spc="100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68096" y="647700"/>
            <a:ext cx="9473184" cy="3670912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68D110F-CED3-F33A-EDD7-57811187B5A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1BE1F328-2362-9468-2593-BAF90BE9CEB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C8E19A9-D15A-4E6F-89A5-6AA1D624FF5B}" type="datetime1">
              <a:rPr lang="en-US" smtClean="0"/>
              <a:t>11/7/2025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ADE9A5F-3A0A-29A6-E008-BCCF7C3761B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43302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960"/>
            <a:ext cx="10706100" cy="67490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07B2D7-7718-3EA4-C727-BB98633A673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62000" y="1802352"/>
            <a:ext cx="5070020" cy="4293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B1D51A5-7ABE-E37E-E3A4-3AF4A84485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94099" y="1802352"/>
            <a:ext cx="5070021" cy="4293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0F77A-60C6-4000-BA09-ED13300FA84A}" type="datetime1">
              <a:rPr lang="en-US" smtClean="0"/>
              <a:t>11/7/2025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19530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626" y="822960"/>
            <a:ext cx="10697475" cy="550367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5379" y="1380744"/>
            <a:ext cx="508665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E49B3C-8832-0263-2ACE-16444014FC2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65825" y="2020888"/>
            <a:ext cx="5086349" cy="4227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08665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F5D88C15-4359-3F27-9B17-CB9581414F7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81751" y="2020888"/>
            <a:ext cx="5086350" cy="4227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56B87-0BB7-4863-98B5-648FE84752D7}" type="datetime1">
              <a:rPr lang="en-US" smtClean="0"/>
              <a:t>11/7/2025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29676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626" y="822960"/>
            <a:ext cx="10698480" cy="828594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0CFD9-BD3A-4E39-9E53-A46A981FBF7F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64781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CD8DB-DA30-4B78-9866-138CA8E8B333}" type="datetime1">
              <a:rPr lang="en-US" smtClean="0"/>
              <a:t>11/7/2025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8622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960"/>
            <a:ext cx="3195484" cy="1504164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8096" y="2311121"/>
            <a:ext cx="3195484" cy="3784879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9805" y="836762"/>
            <a:ext cx="6568296" cy="52592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05EE5-A075-4F4F-8B46-88E0B4953342}" type="datetime1">
              <a:rPr lang="en-US" smtClean="0"/>
              <a:t>11/7/2025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88739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091" y="822960"/>
            <a:ext cx="3041598" cy="1968931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8096" y="3147059"/>
            <a:ext cx="3041597" cy="276203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75E80A04-FEAF-D5E8-F208-D79F585240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02844" y="0"/>
            <a:ext cx="7689157" cy="6096000"/>
          </a:xfrm>
          <a:custGeom>
            <a:avLst/>
            <a:gdLst>
              <a:gd name="connsiteX0" fmla="*/ 0 w 7689157"/>
              <a:gd name="connsiteY0" fmla="*/ 0 h 6096000"/>
              <a:gd name="connsiteX1" fmla="*/ 7689157 w 7689157"/>
              <a:gd name="connsiteY1" fmla="*/ 0 h 6096000"/>
              <a:gd name="connsiteX2" fmla="*/ 7689157 w 7689157"/>
              <a:gd name="connsiteY2" fmla="*/ 6096000 h 6096000"/>
              <a:gd name="connsiteX3" fmla="*/ 501522 w 7689157"/>
              <a:gd name="connsiteY3" fmla="*/ 6096000 h 6096000"/>
              <a:gd name="connsiteX4" fmla="*/ 0 w 7689157"/>
              <a:gd name="connsiteY4" fmla="*/ 5594478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096000">
                <a:moveTo>
                  <a:pt x="0" y="0"/>
                </a:moveTo>
                <a:lnTo>
                  <a:pt x="7689157" y="0"/>
                </a:lnTo>
                <a:lnTo>
                  <a:pt x="7689157" y="6096000"/>
                </a:lnTo>
                <a:lnTo>
                  <a:pt x="501522" y="6096000"/>
                </a:lnTo>
                <a:cubicBezTo>
                  <a:pt x="224539" y="6096000"/>
                  <a:pt x="0" y="5871461"/>
                  <a:pt x="0" y="5594478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0C456-ED59-4847-B29A-377F2951052F}" type="datetime1">
              <a:rPr lang="en-US" smtClean="0"/>
              <a:t>11/7/2025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4735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6492530-7F0F-7B93-27A9-6F68FAF543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762000" y="2880691"/>
            <a:ext cx="11430000" cy="3977309"/>
          </a:xfrm>
          <a:custGeom>
            <a:avLst/>
            <a:gdLst>
              <a:gd name="connsiteX0" fmla="*/ 0 w 11468099"/>
              <a:gd name="connsiteY0" fmla="*/ 4053508 h 4053508"/>
              <a:gd name="connsiteX1" fmla="*/ 10946146 w 11468099"/>
              <a:gd name="connsiteY1" fmla="*/ 4043963 h 4053508"/>
              <a:gd name="connsiteX2" fmla="*/ 11468099 w 11468099"/>
              <a:gd name="connsiteY2" fmla="*/ 3522009 h 4053508"/>
              <a:gd name="connsiteX3" fmla="*/ 11468099 w 11468099"/>
              <a:gd name="connsiteY3" fmla="*/ 0 h 4053508"/>
              <a:gd name="connsiteX4" fmla="*/ 0 w 11468099"/>
              <a:gd name="connsiteY4" fmla="*/ 0 h 4053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68099" h="4053508">
                <a:moveTo>
                  <a:pt x="0" y="4053508"/>
                </a:moveTo>
                <a:lnTo>
                  <a:pt x="10946146" y="4043963"/>
                </a:lnTo>
                <a:cubicBezTo>
                  <a:pt x="11234413" y="4043963"/>
                  <a:pt x="11468099" y="3810276"/>
                  <a:pt x="11468099" y="3522009"/>
                </a:cubicBezTo>
                <a:lnTo>
                  <a:pt x="1146809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800" y="190500"/>
            <a:ext cx="11843238" cy="2057400"/>
          </a:xfrm>
        </p:spPr>
        <p:txBody>
          <a:bodyPr anchor="t">
            <a:no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98813" y="3505199"/>
            <a:ext cx="10044665" cy="26670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200" dirty="0"/>
            </a:lvl4pPr>
            <a:lvl5pPr marL="914400" indent="0">
              <a:buNone/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98813" y="6329172"/>
            <a:ext cx="2816835" cy="338328"/>
          </a:xfrm>
        </p:spPr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0CC3E-7DB1-496D-8DB1-EC66B11026CC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4362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07D4EEB-8B0C-3EA1-DB0C-896A8F0C8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2677737" y="2952545"/>
            <a:ext cx="9514262" cy="3905455"/>
          </a:xfrm>
          <a:custGeom>
            <a:avLst/>
            <a:gdLst>
              <a:gd name="connsiteX0" fmla="*/ 0 w 9514262"/>
              <a:gd name="connsiteY0" fmla="*/ 3905455 h 3905455"/>
              <a:gd name="connsiteX1" fmla="*/ 0 w 9514262"/>
              <a:gd name="connsiteY1" fmla="*/ 0 h 3905455"/>
              <a:gd name="connsiteX2" fmla="*/ 9514262 w 9514262"/>
              <a:gd name="connsiteY2" fmla="*/ 0 h 3905455"/>
              <a:gd name="connsiteX3" fmla="*/ 9514262 w 9514262"/>
              <a:gd name="connsiteY3" fmla="*/ 3375660 h 3905455"/>
              <a:gd name="connsiteX4" fmla="*/ 8992309 w 9514262"/>
              <a:gd name="connsiteY4" fmla="*/ 3897614 h 3905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14262" h="3905455">
                <a:moveTo>
                  <a:pt x="0" y="3905455"/>
                </a:moveTo>
                <a:lnTo>
                  <a:pt x="0" y="0"/>
                </a:lnTo>
                <a:lnTo>
                  <a:pt x="9514262" y="0"/>
                </a:lnTo>
                <a:lnTo>
                  <a:pt x="9514262" y="3375660"/>
                </a:lnTo>
                <a:cubicBezTo>
                  <a:pt x="9514262" y="3663927"/>
                  <a:pt x="9280576" y="3897614"/>
                  <a:pt x="8992309" y="3897614"/>
                </a:cubicBezTo>
                <a:close/>
              </a:path>
            </a:pathLst>
          </a:cu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73" y="190500"/>
            <a:ext cx="10573396" cy="2475644"/>
          </a:xfrm>
        </p:spPr>
        <p:txBody>
          <a:bodyPr anchor="t">
            <a:no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93213" y="3810000"/>
            <a:ext cx="6976154" cy="16764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200" dirty="0"/>
            </a:lvl4pPr>
            <a:lvl5pPr marL="914400" indent="0">
              <a:buNone/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67EA3-F152-495B-82F5-A8D503C91E6C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5461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090" y="825747"/>
            <a:ext cx="10696010" cy="61880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4654" y="1506872"/>
            <a:ext cx="10693446" cy="45891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2090" y="6329172"/>
            <a:ext cx="2816835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© 2025 Rod Trent — Reproduction permitted for non-commercial ministry use with attribution.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91411" y="6329172"/>
            <a:ext cx="161267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DAA9F6C3-B221-4A4E-9980-6AC4070CE906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0742" y="6329172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49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</p:sldLayoutIdLst>
  <p:hf sldNum="0" hd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500" b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00050" indent="-1714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28650" indent="-1714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57250" indent="-1714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085850" indent="-1714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pos="480">
          <p15:clr>
            <a:srgbClr val="F26B43"/>
          </p15:clr>
        </p15:guide>
        <p15:guide id="8" pos="7224">
          <p15:clr>
            <a:srgbClr val="F26B43"/>
          </p15:clr>
        </p15:guide>
        <p15:guide id="9" orient="horz" pos="3840">
          <p15:clr>
            <a:srgbClr val="F26B43"/>
          </p15:clr>
        </p15:guide>
        <p15:guide id="10" orient="horz" pos="2160">
          <p15:clr>
            <a:srgbClr val="F26B43"/>
          </p15:clr>
        </p15:guide>
        <p15:guide id="11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C948A-C109-CB72-086F-CE129681B6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23860" y="1376413"/>
            <a:ext cx="3834793" cy="2697480"/>
          </a:xfrm>
        </p:spPr>
        <p:txBody>
          <a:bodyPr anchor="b">
            <a:normAutofit/>
          </a:bodyPr>
          <a:lstStyle/>
          <a:p>
            <a:r>
              <a:rPr lang="en-US"/>
              <a:t>Bold in the Storm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D7B9B4-5CB3-F186-5F37-815231EC4F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23860" y="4073893"/>
            <a:ext cx="3599210" cy="1162250"/>
          </a:xfrm>
        </p:spPr>
        <p:txBody>
          <a:bodyPr anchor="ctr">
            <a:normAutofit/>
          </a:bodyPr>
          <a:lstStyle/>
          <a:p>
            <a:r>
              <a:rPr lang="en-US"/>
              <a:t>Demonstrating resilience through challenging times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3B545C-F049-5609-4B29-AE4D763DB94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7274382" cy="6095990"/>
          </a:xfrm>
          <a:custGeom>
            <a:avLst/>
            <a:gdLst>
              <a:gd name="connsiteX0" fmla="*/ 0 w 7274402"/>
              <a:gd name="connsiteY0" fmla="*/ 0 h 6096000"/>
              <a:gd name="connsiteX1" fmla="*/ 7274402 w 7274402"/>
              <a:gd name="connsiteY1" fmla="*/ 0 h 6096000"/>
              <a:gd name="connsiteX2" fmla="*/ 7274402 w 7274402"/>
              <a:gd name="connsiteY2" fmla="*/ 5598011 h 6096000"/>
              <a:gd name="connsiteX3" fmla="*/ 6779450 w 7274402"/>
              <a:gd name="connsiteY3" fmla="*/ 6096000 h 6096000"/>
              <a:gd name="connsiteX4" fmla="*/ 0 w 7274402"/>
              <a:gd name="connsiteY4" fmla="*/ 609600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74402" h="6096000">
                <a:moveTo>
                  <a:pt x="0" y="0"/>
                </a:moveTo>
                <a:lnTo>
                  <a:pt x="7274402" y="0"/>
                </a:lnTo>
                <a:lnTo>
                  <a:pt x="7274402" y="5598011"/>
                </a:lnTo>
                <a:cubicBezTo>
                  <a:pt x="7274402" y="5873043"/>
                  <a:pt x="7052804" y="6096000"/>
                  <a:pt x="6779450" y="6096000"/>
                </a:cubicBezTo>
                <a:lnTo>
                  <a:pt x="0" y="6096000"/>
                </a:lnTo>
                <a:close/>
              </a:path>
            </a:pathLst>
          </a:custGeom>
          <a:noFill/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866D97-32FF-E14E-C007-907BA5DDC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2090" y="6329172"/>
            <a:ext cx="2816835" cy="338328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700"/>
              <a:t>© 2025 Rod Trent — Reproduction permitted for non-commercial ministry use with attribution.</a:t>
            </a:r>
          </a:p>
        </p:txBody>
      </p:sp>
    </p:spTree>
    <p:extLst>
      <p:ext uri="{BB962C8B-B14F-4D97-AF65-F5344CB8AC3E}">
        <p14:creationId xmlns:p14="http://schemas.microsoft.com/office/powerpoint/2010/main" val="647274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1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3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C22AC-5B2F-D905-F358-AA0607F74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345" y="250257"/>
            <a:ext cx="9692640" cy="4602845"/>
          </a:xfrm>
        </p:spPr>
        <p:txBody>
          <a:bodyPr anchor="t">
            <a:normAutofit/>
          </a:bodyPr>
          <a:lstStyle/>
          <a:p>
            <a:r>
              <a:rPr lang="en-US"/>
              <a:t>Introduction and Purpose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AD80F7FC-04AB-A1CC-1C37-CC4409C8BD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1999" y="5053094"/>
            <a:ext cx="5253789" cy="847192"/>
          </a:xfrm>
        </p:spPr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8E5E79-E40A-43BD-A3F3-CF6D457BE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</p:spTree>
    <p:extLst>
      <p:ext uri="{BB962C8B-B14F-4D97-AF65-F5344CB8AC3E}">
        <p14:creationId xmlns:p14="http://schemas.microsoft.com/office/powerpoint/2010/main" val="107994240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8CE36-BFFC-4CB7-D86E-1552E3368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960"/>
            <a:ext cx="7196328" cy="1068324"/>
          </a:xfrm>
        </p:spPr>
        <p:txBody>
          <a:bodyPr anchor="t">
            <a:normAutofit/>
          </a:bodyPr>
          <a:lstStyle/>
          <a:p>
            <a:r>
              <a:rPr lang="en-US"/>
              <a:t>Purpose and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F5E0FD-D74B-2D5D-79D1-6DE4FF5E1C4C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768096" y="1996440"/>
            <a:ext cx="7196328" cy="4099560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Purpose of the Book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/>
              <a:t>The book aims to help believers stand firm in faith, love deeply, and live boldly amid division and uncertainty.</a:t>
            </a:r>
          </a:p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Book Structure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/>
              <a:t>Comprises ten chapters, each focusing on spiritual boldness, with prayers and reflection questions for study.</a:t>
            </a:r>
          </a:p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Intended Usage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/>
              <a:t>Designed for small groups, churches, or individual devotionals to guide spiritual growth and bold living.</a:t>
            </a:r>
          </a:p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Overall Goal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/>
              <a:t>Helps Christians navigate cultural challenges with grace, conviction, peace, and strength in Christ.</a:t>
            </a:r>
          </a:p>
        </p:txBody>
      </p:sp>
      <p:pic>
        <p:nvPicPr>
          <p:cNvPr id="5" name="Picture Placeholder 4" descr="Directional sign with colorful arrows">
            <a:extLst>
              <a:ext uri="{FF2B5EF4-FFF2-40B4-BE49-F238E27FC236}">
                <a16:creationId xmlns:a16="http://schemas.microsoft.com/office/drawing/2014/main" id="{6927CBD9-8E6E-A063-EE3F-3D5D3398F56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698986" y="758460"/>
            <a:ext cx="3493014" cy="6099541"/>
          </a:xfrm>
          <a:noFill/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675D95-7DFA-E5B3-F401-7410B0B37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</p:spTree>
    <p:extLst>
      <p:ext uri="{BB962C8B-B14F-4D97-AF65-F5344CB8AC3E}">
        <p14:creationId xmlns:p14="http://schemas.microsoft.com/office/powerpoint/2010/main" val="257538866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0225C-87EA-C44D-5EE2-1D47B63601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345" y="250257"/>
            <a:ext cx="9692640" cy="4602845"/>
          </a:xfrm>
        </p:spPr>
        <p:txBody>
          <a:bodyPr anchor="t">
            <a:normAutofit/>
          </a:bodyPr>
          <a:lstStyle/>
          <a:p>
            <a:r>
              <a:rPr lang="en-US"/>
              <a:t>Spiritual Discernment and Courage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8C2627AD-04DE-995D-87DF-0E67942C7F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1999" y="5053094"/>
            <a:ext cx="5253789" cy="847192"/>
          </a:xfrm>
        </p:spPr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8E5A8F-A57A-ED57-0853-1B9FDA7C4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</p:spTree>
    <p:extLst>
      <p:ext uri="{BB962C8B-B14F-4D97-AF65-F5344CB8AC3E}">
        <p14:creationId xmlns:p14="http://schemas.microsoft.com/office/powerpoint/2010/main" val="304389141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F71F-4D1F-0D0C-EDD5-05444D3CA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520" y="822960"/>
            <a:ext cx="7305005" cy="972657"/>
          </a:xfrm>
        </p:spPr>
        <p:txBody>
          <a:bodyPr anchor="t">
            <a:normAutofit/>
          </a:bodyPr>
          <a:lstStyle/>
          <a:p>
            <a:r>
              <a:rPr lang="en-US"/>
              <a:t>Recognizing the Signs of Division</a:t>
            </a:r>
          </a:p>
        </p:txBody>
      </p:sp>
      <p:pic>
        <p:nvPicPr>
          <p:cNvPr id="5" name="Picture Placeholder 4" descr="Person using tablet">
            <a:extLst>
              <a:ext uri="{FF2B5EF4-FFF2-40B4-BE49-F238E27FC236}">
                <a16:creationId xmlns:a16="http://schemas.microsoft.com/office/drawing/2014/main" id="{78E9AA62-BDBA-5DC4-7E80-5C914F37B28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3492500" cy="6107113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B21E7-0E7B-1089-1C05-C5B003420A7F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163095" y="1993392"/>
            <a:ext cx="7305005" cy="4120889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Spiritual Discernment Importance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Recognizing division requires spiritual discernment to see cultural fragmentation as deeper spiritual signs.</a:t>
            </a:r>
            <a:endParaRPr lang="en-US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Faith Over Fear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Believers are encouraged to respond with faith, viewing societal challenges as opportunities for spiritual growth.</a:t>
            </a:r>
            <a:endParaRPr lang="en-US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Maintaining Vigilance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Practical steps include using scripture to filter noise, building community, and praying for wisdom and boldness.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5C1821-E096-D1C7-3C3E-76BD74C7B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</p:spTree>
    <p:extLst>
      <p:ext uri="{BB962C8B-B14F-4D97-AF65-F5344CB8AC3E}">
        <p14:creationId xmlns:p14="http://schemas.microsoft.com/office/powerpoint/2010/main" val="333140936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3A246-3E97-AF6B-EE4E-A2186F5B8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520" y="822960"/>
            <a:ext cx="7305005" cy="972657"/>
          </a:xfrm>
        </p:spPr>
        <p:txBody>
          <a:bodyPr anchor="t">
            <a:normAutofit/>
          </a:bodyPr>
          <a:lstStyle/>
          <a:p>
            <a:r>
              <a:rPr lang="en-US"/>
              <a:t>The Root of Fear and Its Antidote</a:t>
            </a:r>
          </a:p>
        </p:txBody>
      </p:sp>
      <p:pic>
        <p:nvPicPr>
          <p:cNvPr id="5" name="Picture Placeholder 4" descr="Green forest with trees and roots above ground">
            <a:extLst>
              <a:ext uri="{FF2B5EF4-FFF2-40B4-BE49-F238E27FC236}">
                <a16:creationId xmlns:a16="http://schemas.microsoft.com/office/drawing/2014/main" id="{5A61C08D-183D-ECF1-BD4B-3D1994D83836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3492500" cy="6107113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E64CE-C3AA-1996-0A96-AA90C9F1A6C0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163095" y="1993392"/>
            <a:ext cx="7305005" cy="4120889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Fear as Spiritual Distortion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t>Fear is a spiritual force that silences faith and paralyzes believers, requiring confrontation through divine power.</a:t>
            </a:r>
            <a:endParaRPr lang="en-US"/>
          </a:p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Antidote: Power, Love, Self-Control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t>The Holy Spirit gifts power, love, and self-control to overcome fear and inspire boldness in believers.</a:t>
            </a:r>
            <a:endParaRPr lang="en-US"/>
          </a:p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Practical Steps to Overcome Fear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t>Identify fear's source, replace lies with Scripture, and act in faith despite uncertainty and fear.</a:t>
            </a:r>
            <a:endParaRPr lang="en-US"/>
          </a:p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Trust and Boldness Through Prayer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t>Believers are encouraged to trust God's sovereignty and cultivate boldness through daily obedience and prayer.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8821C0-E8DE-A353-4C41-BAB78978E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</p:spTree>
    <p:extLst>
      <p:ext uri="{BB962C8B-B14F-4D97-AF65-F5344CB8AC3E}">
        <p14:creationId xmlns:p14="http://schemas.microsoft.com/office/powerpoint/2010/main" val="50073570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265AD-D01D-BE57-DE7C-58DFE2ED70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345" y="250257"/>
            <a:ext cx="9692640" cy="4602845"/>
          </a:xfrm>
        </p:spPr>
        <p:txBody>
          <a:bodyPr anchor="t">
            <a:normAutofit/>
          </a:bodyPr>
          <a:lstStyle/>
          <a:p>
            <a:r>
              <a:rPr lang="en-US"/>
              <a:t>Living in Truth and Grace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D16715C-D0AF-31D8-53C0-20C7E972C1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1999" y="5053094"/>
            <a:ext cx="5253789" cy="847192"/>
          </a:xfrm>
        </p:spPr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B6E302-C557-421F-65DD-31F16EBEE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</p:spTree>
    <p:extLst>
      <p:ext uri="{BB962C8B-B14F-4D97-AF65-F5344CB8AC3E}">
        <p14:creationId xmlns:p14="http://schemas.microsoft.com/office/powerpoint/2010/main" val="153996108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72F46-C0B1-D93B-1003-0A83DDDA7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520" y="822960"/>
            <a:ext cx="7305005" cy="972657"/>
          </a:xfrm>
        </p:spPr>
        <p:txBody>
          <a:bodyPr anchor="t">
            <a:normAutofit/>
          </a:bodyPr>
          <a:lstStyle/>
          <a:p>
            <a:r>
              <a:rPr lang="en-US"/>
              <a:t>Standing Firm in Truth Amid Deception</a:t>
            </a:r>
          </a:p>
        </p:txBody>
      </p:sp>
      <p:pic>
        <p:nvPicPr>
          <p:cNvPr id="5" name="Picture Placeholder 4" descr="Closeup of person standing on rock">
            <a:extLst>
              <a:ext uri="{FF2B5EF4-FFF2-40B4-BE49-F238E27FC236}">
                <a16:creationId xmlns:a16="http://schemas.microsoft.com/office/drawing/2014/main" id="{FAB028F7-3381-576A-290A-4E18CA3AFBDF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3492500" cy="6107113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A725F-9323-BE4A-8D3D-3187F1AA2A2C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163095" y="1993392"/>
            <a:ext cx="7305005" cy="4120889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Biblical Foundation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t>Ephesians 6:13 underscores the armor of God, focusing on the belt of truth as vital for spiritual strength.</a:t>
            </a:r>
            <a:endParaRPr lang="en-US"/>
          </a:p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Deception and Compassion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t>Deception can appear as compassion or progress, yet believers are urged to uphold truth with grace.</a:t>
            </a:r>
            <a:endParaRPr lang="en-US"/>
          </a:p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Balance of Conviction and Grace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t>Living with conviction while showing compassion models integrity and biblical truth in daily life.</a:t>
            </a:r>
            <a:endParaRPr lang="en-US"/>
          </a:p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Spiritual Discernment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t>Discernment acts as a spiritual radar helping believers navigate through cultural confusion and deception.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BC8E08-7A6D-1CD4-0D50-32542928E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</p:spTree>
    <p:extLst>
      <p:ext uri="{BB962C8B-B14F-4D97-AF65-F5344CB8AC3E}">
        <p14:creationId xmlns:p14="http://schemas.microsoft.com/office/powerpoint/2010/main" val="238318375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A0282-1DD3-B840-B3FB-95227D0A8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520" y="822960"/>
            <a:ext cx="7305005" cy="972657"/>
          </a:xfrm>
        </p:spPr>
        <p:txBody>
          <a:bodyPr anchor="t">
            <a:normAutofit/>
          </a:bodyPr>
          <a:lstStyle/>
          <a:p>
            <a:r>
              <a:rPr lang="en-US"/>
              <a:t>Loving Enemies in a Hostile Culture</a:t>
            </a:r>
          </a:p>
        </p:txBody>
      </p:sp>
      <p:pic>
        <p:nvPicPr>
          <p:cNvPr id="5" name="Picture Placeholder 4" descr="Thumbprint heart">
            <a:extLst>
              <a:ext uri="{FF2B5EF4-FFF2-40B4-BE49-F238E27FC236}">
                <a16:creationId xmlns:a16="http://schemas.microsoft.com/office/drawing/2014/main" id="{B272BEA9-0438-0D93-ECB7-693F293E4C7A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3492500" cy="6107113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A06A9-63C2-B5DF-7410-6ACA3ABF921F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163095" y="1993392"/>
            <a:ext cx="7305005" cy="4120889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Command to Love Enemies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Matthew 5:44 calls believers to love enemies, defying natural instincts through supernatural obedience.</a:t>
            </a:r>
            <a:endParaRPr lang="en-US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Jesus as Model of Radical Love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Jesus exemplifies radical love by showing kindness and forgiveness even amid persecution.</a:t>
            </a:r>
            <a:endParaRPr lang="en-US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Practical Ways to Love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Loving enemies involves praying for them, refusing retaliation, and serving with unexpected kindness.</a:t>
            </a:r>
            <a:endParaRPr lang="en-US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Love as Spiritual Warfare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Love disarms hostility and reveals Christ’s heart, acting as powerful spiritual warfare.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DA66ED-BE2B-04C3-0D64-158B830FA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</p:spTree>
    <p:extLst>
      <p:ext uri="{BB962C8B-B14F-4D97-AF65-F5344CB8AC3E}">
        <p14:creationId xmlns:p14="http://schemas.microsoft.com/office/powerpoint/2010/main" val="189633620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87BAA-CA44-8158-156D-022FACFFFC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345" y="250257"/>
            <a:ext cx="9692640" cy="4602845"/>
          </a:xfrm>
        </p:spPr>
        <p:txBody>
          <a:bodyPr anchor="t">
            <a:normAutofit/>
          </a:bodyPr>
          <a:lstStyle/>
          <a:p>
            <a:r>
              <a:rPr lang="en-US"/>
              <a:t>Public Faith and Inner Peace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696939E-342E-5ABE-3213-1310637BC6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1999" y="5053094"/>
            <a:ext cx="5253789" cy="847192"/>
          </a:xfrm>
        </p:spPr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71F7BA-F789-7106-74AD-6CA916317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</p:spTree>
    <p:extLst>
      <p:ext uri="{BB962C8B-B14F-4D97-AF65-F5344CB8AC3E}">
        <p14:creationId xmlns:p14="http://schemas.microsoft.com/office/powerpoint/2010/main" val="345012592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98C61-E173-1A3E-27D1-123658562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520" y="822960"/>
            <a:ext cx="7305005" cy="972657"/>
          </a:xfrm>
        </p:spPr>
        <p:txBody>
          <a:bodyPr anchor="t">
            <a:normAutofit/>
          </a:bodyPr>
          <a:lstStyle/>
          <a:p>
            <a:r>
              <a:rPr lang="en-US"/>
              <a:t>Bold Witness in the Public Square</a:t>
            </a:r>
          </a:p>
        </p:txBody>
      </p:sp>
      <p:pic>
        <p:nvPicPr>
          <p:cNvPr id="5" name="Picture Placeholder 4" descr="Aerial view of city square">
            <a:extLst>
              <a:ext uri="{FF2B5EF4-FFF2-40B4-BE49-F238E27FC236}">
                <a16:creationId xmlns:a16="http://schemas.microsoft.com/office/drawing/2014/main" id="{780B9103-1C04-3DCC-DDE0-FDD9B462FA22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3492500" cy="6107113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D5253-6F0C-C242-B183-F9A330A3E226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163095" y="1993392"/>
            <a:ext cx="7305005" cy="4120889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The Great Commission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Matthew 28:19 calls believers to boldly spread the Gospel as a fundamental Christian duty.</a:t>
            </a:r>
            <a:endParaRPr lang="en-US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Witness as Identity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Witnessing is more than an act; it reflects the believer's authentic and humble Christian identity.</a:t>
            </a:r>
            <a:endParaRPr lang="en-US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Principles of Wise Boldness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Effective witness involves prayer, selecting conversations wisely, and prioritizing relationships.</a:t>
            </a:r>
            <a:endParaRPr lang="en-US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Empowerment by the Holy Spirit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The Holy Spirit empowers believers to courageously witness in the public square.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B59113-66D4-4416-BCC7-639D6BFC2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</p:spTree>
    <p:extLst>
      <p:ext uri="{BB962C8B-B14F-4D97-AF65-F5344CB8AC3E}">
        <p14:creationId xmlns:p14="http://schemas.microsoft.com/office/powerpoint/2010/main" val="66112440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AAF7B-EDB6-424C-7D49-9C1F7977C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520" y="822960"/>
            <a:ext cx="7305005" cy="972657"/>
          </a:xfrm>
        </p:spPr>
        <p:txBody>
          <a:bodyPr anchor="t">
            <a:normAutofit/>
          </a:bodyPr>
          <a:lstStyle/>
          <a:p>
            <a:r>
              <a:rPr lang="en-US"/>
              <a:t>Cultivating Inner Peace Amid Chaos</a:t>
            </a:r>
          </a:p>
        </p:txBody>
      </p:sp>
      <p:pic>
        <p:nvPicPr>
          <p:cNvPr id="10" name="Picture Placeholder 9" descr="Chair on deck by lake">
            <a:extLst>
              <a:ext uri="{FF2B5EF4-FFF2-40B4-BE49-F238E27FC236}">
                <a16:creationId xmlns:a16="http://schemas.microsoft.com/office/drawing/2014/main" id="{93661D81-C1BB-BF91-4354-34AAC5393C52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3492500" cy="6107113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0588-7FE4-C7A9-AA82-47D6016C9653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163095" y="1993392"/>
            <a:ext cx="7305005" cy="4120889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Promise of Transcendent Peace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t>John 14:27 promises a peace beyond worldly understanding that comforts and sustains the believer.</a:t>
            </a:r>
            <a:endParaRPr lang="en-US"/>
          </a:p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Enemies of Inner Peace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t>Common enemies like anxiety, guilt, and desire for control disrupt inner calm and spiritual balance.</a:t>
            </a:r>
            <a:endParaRPr lang="en-US"/>
          </a:p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Practices for Nurturing Calm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t>Daily prayer, silence fasting, and casting burdens are practical habits to cultivate peace amid chaos.</a:t>
            </a:r>
            <a:endParaRPr lang="en-US"/>
          </a:p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Peace as Protective and Witness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t>Peace protects the heart and mind and serves as a powerful witness to a world needing stability.</a:t>
            </a:r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E441AAE6-763C-9940-47B0-0646EF37D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</p:spTree>
    <p:extLst>
      <p:ext uri="{BB962C8B-B14F-4D97-AF65-F5344CB8AC3E}">
        <p14:creationId xmlns:p14="http://schemas.microsoft.com/office/powerpoint/2010/main" val="148793891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C2D04-7ABE-467D-9FFB-EC29FE2916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345" y="250257"/>
            <a:ext cx="9692640" cy="4602845"/>
          </a:xfrm>
        </p:spPr>
        <p:txBody>
          <a:bodyPr anchor="t">
            <a:normAutofit/>
          </a:bodyPr>
          <a:lstStyle/>
          <a:p>
            <a:r>
              <a:rPr lang="en-US"/>
              <a:t>Community and Prayer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696705B-5FFF-E1ED-4C77-3DEC5651FA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1999" y="5053094"/>
            <a:ext cx="5253789" cy="847192"/>
          </a:xfrm>
        </p:spPr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1D724F-8C63-9764-580C-720BB5FF2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</p:spTree>
    <p:extLst>
      <p:ext uri="{BB962C8B-B14F-4D97-AF65-F5344CB8AC3E}">
        <p14:creationId xmlns:p14="http://schemas.microsoft.com/office/powerpoint/2010/main" val="314815424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BDE7F-AA3B-0828-45A3-61D8AE1E3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520" y="822960"/>
            <a:ext cx="7305005" cy="972657"/>
          </a:xfrm>
        </p:spPr>
        <p:txBody>
          <a:bodyPr anchor="t">
            <a:normAutofit/>
          </a:bodyPr>
          <a:lstStyle/>
          <a:p>
            <a:r>
              <a:rPr lang="en-US"/>
              <a:t>Building Community Against Isolation</a:t>
            </a:r>
          </a:p>
        </p:txBody>
      </p:sp>
      <p:pic>
        <p:nvPicPr>
          <p:cNvPr id="5" name="Picture Placeholder 4" descr="Crowd of people illustration">
            <a:extLst>
              <a:ext uri="{FF2B5EF4-FFF2-40B4-BE49-F238E27FC236}">
                <a16:creationId xmlns:a16="http://schemas.microsoft.com/office/drawing/2014/main" id="{449F8C71-12FD-7653-41EE-4887B7981BB2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3492500" cy="6107113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E02AB-FB2A-BEFE-5DA2-077F992BAFC1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163095" y="1993392"/>
            <a:ext cx="7305005" cy="4120889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Spiritual Vulnerability of Isolation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Isolation weakens faith and makes individuals susceptible to deception, highlighting the need for connection.</a:t>
            </a:r>
            <a:endParaRPr lang="en-US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Importance of Fellowship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Hebrews 10:24–25 emphasizes gathering regularly to encourage and strengthen each other's faith.</a:t>
            </a:r>
            <a:endParaRPr lang="en-US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Hospitality as a Spiritual Tool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Hospitality serves as a spiritual weapon to reach out to the marginalized and build supportive communities.</a:t>
            </a:r>
            <a:endParaRPr lang="en-US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Community as Refuge and Launching Pad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Community provides refuge in spiritual storms and empowers bold faith and service.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771075-363B-5D1D-CAF5-CCDEAF294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</p:spTree>
    <p:extLst>
      <p:ext uri="{BB962C8B-B14F-4D97-AF65-F5344CB8AC3E}">
        <p14:creationId xmlns:p14="http://schemas.microsoft.com/office/powerpoint/2010/main" val="288422772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23F23-27C2-A80F-315A-945645636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520" y="822960"/>
            <a:ext cx="7305005" cy="972657"/>
          </a:xfrm>
        </p:spPr>
        <p:txBody>
          <a:bodyPr anchor="t">
            <a:normAutofit/>
          </a:bodyPr>
          <a:lstStyle/>
          <a:p>
            <a:r>
              <a:rPr lang="en-US"/>
              <a:t>Prayer as a Weapon of Boldness</a:t>
            </a:r>
          </a:p>
        </p:txBody>
      </p:sp>
      <p:pic>
        <p:nvPicPr>
          <p:cNvPr id="5" name="Picture Placeholder 4" descr="Adult man praying">
            <a:extLst>
              <a:ext uri="{FF2B5EF4-FFF2-40B4-BE49-F238E27FC236}">
                <a16:creationId xmlns:a16="http://schemas.microsoft.com/office/drawing/2014/main" id="{A4749266-B08B-67B2-3E12-F7682B7A61D0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3492500" cy="6107113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0ABA1-0D03-32CD-CEBE-84605C9451EA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163095" y="1993392"/>
            <a:ext cx="7305005" cy="4120889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Prayer as Spiritual Warfare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t>Prayer is the primary strategy in spiritual warfare, activating the armor of God and strengthening believers.</a:t>
            </a:r>
            <a:endParaRPr lang="en-US"/>
          </a:p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Forms of Prayer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t>Various forms include personal, corporate, intercessory, warfare, and listening prayer, each vital for spiritual growth.</a:t>
            </a:r>
            <a:endParaRPr lang="en-US"/>
          </a:p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Building Bold Prayer Life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t>Setting sacred time, praying Scripture, and journaling answers help develop a persistent and bold prayer life.</a:t>
            </a:r>
            <a:endParaRPr lang="en-US"/>
          </a:p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Prayer and Revival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t>Revival begins with prayer; bold Christians are those who live a prayerful, persistent life despite challenges.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97D875-5A10-B364-7BB7-F770D7212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</p:spTree>
    <p:extLst>
      <p:ext uri="{BB962C8B-B14F-4D97-AF65-F5344CB8AC3E}">
        <p14:creationId xmlns:p14="http://schemas.microsoft.com/office/powerpoint/2010/main" val="424929122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97EE8-C74B-E03F-9EC2-2D96DA937F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345" y="250257"/>
            <a:ext cx="9692640" cy="4602845"/>
          </a:xfrm>
        </p:spPr>
        <p:txBody>
          <a:bodyPr anchor="t">
            <a:normAutofit/>
          </a:bodyPr>
          <a:lstStyle/>
          <a:p>
            <a:r>
              <a:rPr lang="en-US"/>
              <a:t>Hope and Legacy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126454A-5EB1-12D3-4519-CF287C36DB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1999" y="5053094"/>
            <a:ext cx="5253789" cy="847192"/>
          </a:xfrm>
        </p:spPr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A2A068-8AE4-B55C-A942-9B7A4141C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</p:spTree>
    <p:extLst>
      <p:ext uri="{BB962C8B-B14F-4D97-AF65-F5344CB8AC3E}">
        <p14:creationId xmlns:p14="http://schemas.microsoft.com/office/powerpoint/2010/main" val="68903244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88A50-D495-A54D-2E29-57E9B2DDA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520" y="822960"/>
            <a:ext cx="7305005" cy="972657"/>
          </a:xfrm>
        </p:spPr>
        <p:txBody>
          <a:bodyPr anchor="t">
            <a:normAutofit/>
          </a:bodyPr>
          <a:lstStyle/>
          <a:p>
            <a:r>
              <a:rPr lang="en-US"/>
              <a:t>Hope in the Midst of Judgment</a:t>
            </a:r>
          </a:p>
        </p:txBody>
      </p:sp>
      <p:pic>
        <p:nvPicPr>
          <p:cNvPr id="5" name="Picture Placeholder 4" descr="Ladder up a hole">
            <a:extLst>
              <a:ext uri="{FF2B5EF4-FFF2-40B4-BE49-F238E27FC236}">
                <a16:creationId xmlns:a16="http://schemas.microsoft.com/office/drawing/2014/main" id="{03946C6D-3CE0-5923-F5A4-67581474234E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3492500" cy="6107113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25D5A-BD20-F112-6286-9E728EA922AB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163095" y="1993392"/>
            <a:ext cx="7305005" cy="4120889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Judgment as Purification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t>Divine judgment is portrayed as an act of love and purification, refining the Church and awakening hearts.</a:t>
            </a:r>
            <a:endParaRPr lang="en-US"/>
          </a:p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Readiness to Share Hope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t>Believers are encouraged to be prepared to explain the reason for their hope as a witness to others.</a:t>
            </a:r>
            <a:endParaRPr lang="en-US"/>
          </a:p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Nurturing Hope Practically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t>Immersing in Scripture, limiting fear-driven media, and remembering God's faithfulness help nurture hope.</a:t>
            </a:r>
            <a:endParaRPr lang="en-US"/>
          </a:p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Church as Beacon of Reconciliation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t>The Church is called to rise as a beacon of hope and reconciliation amid societal challenges and trembling.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07CCC7-5ED8-5440-9466-7A3D5B290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</p:spTree>
    <p:extLst>
      <p:ext uri="{BB962C8B-B14F-4D97-AF65-F5344CB8AC3E}">
        <p14:creationId xmlns:p14="http://schemas.microsoft.com/office/powerpoint/2010/main" val="141015302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CC50C-F214-C20C-34B2-4B838FB9B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520" y="822960"/>
            <a:ext cx="7305005" cy="972657"/>
          </a:xfrm>
        </p:spPr>
        <p:txBody>
          <a:bodyPr anchor="t">
            <a:normAutofit/>
          </a:bodyPr>
          <a:lstStyle/>
          <a:p>
            <a:r>
              <a:rPr lang="en-US"/>
              <a:t>Legacy of Bold Faith for Future Generations</a:t>
            </a:r>
          </a:p>
        </p:txBody>
      </p:sp>
      <p:pic>
        <p:nvPicPr>
          <p:cNvPr id="5" name="Picture Placeholder 4" descr="Astronaut in a spacesuit in a white futuristic tunnel">
            <a:extLst>
              <a:ext uri="{FF2B5EF4-FFF2-40B4-BE49-F238E27FC236}">
                <a16:creationId xmlns:a16="http://schemas.microsoft.com/office/drawing/2014/main" id="{1DBE31B7-E8FE-1DAB-11F3-3C7454AF6F98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3492500" cy="6107113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2218A-AA81-5C88-00AD-95E43D43DCED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163095" y="1993392"/>
            <a:ext cx="7305005" cy="4120889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Building Legacy Through Obedience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t>Legacy is established by living in private obedience and intentional discipleship aligned with the Gospel.</a:t>
            </a:r>
            <a:endParaRPr lang="en-US"/>
          </a:p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Family as Faith Furnace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t>Families nurture faith through practices like family altars, blessings, and serving together to strengthen spiritual bonds.</a:t>
            </a:r>
            <a:endParaRPr lang="en-US"/>
          </a:p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Mentorship and Multiplying Faith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t>Mentorship helps multiply faith across generations, fostering growth and courage in discipleship.</a:t>
            </a:r>
            <a:endParaRPr lang="en-US"/>
          </a:p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Guarding and Investing in Community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t>Believers are urged to protect the Gospel and invest in communities that endure beyond cultural changes.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464417-89B6-F538-3610-90DD4DAF1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</p:spTree>
    <p:extLst>
      <p:ext uri="{BB962C8B-B14F-4D97-AF65-F5344CB8AC3E}">
        <p14:creationId xmlns:p14="http://schemas.microsoft.com/office/powerpoint/2010/main" val="182602602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324B7-CCA3-81CB-FB10-BC6EF8BC5A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345" y="250257"/>
            <a:ext cx="9692640" cy="4602845"/>
          </a:xfrm>
        </p:spPr>
        <p:txBody>
          <a:bodyPr anchor="t">
            <a:normAutofit/>
          </a:bodyPr>
          <a:lstStyle/>
          <a:p>
            <a:r>
              <a:rPr lang="en-US"/>
              <a:t>Conclusion and Next Steps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908A1472-56A6-26F3-094E-93B3A42DDD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1999" y="5053094"/>
            <a:ext cx="5253789" cy="847192"/>
          </a:xfrm>
        </p:spPr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37E8D2-5986-409F-A1E5-A407DB28F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</p:spTree>
    <p:extLst>
      <p:ext uri="{BB962C8B-B14F-4D97-AF65-F5344CB8AC3E}">
        <p14:creationId xmlns:p14="http://schemas.microsoft.com/office/powerpoint/2010/main" val="169754130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B9A5A-9133-3EBC-8600-EF8A61C82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520" y="822960"/>
            <a:ext cx="7305005" cy="972657"/>
          </a:xfrm>
        </p:spPr>
        <p:txBody>
          <a:bodyPr anchor="t">
            <a:normAutofit/>
          </a:bodyPr>
          <a:lstStyle/>
          <a:p>
            <a:r>
              <a:rPr lang="en-US"/>
              <a:t>The Calm After the Storm</a:t>
            </a:r>
          </a:p>
        </p:txBody>
      </p:sp>
      <p:pic>
        <p:nvPicPr>
          <p:cNvPr id="5" name="Picture Placeholder 4" descr="Front of open canoe in still water">
            <a:extLst>
              <a:ext uri="{FF2B5EF4-FFF2-40B4-BE49-F238E27FC236}">
                <a16:creationId xmlns:a16="http://schemas.microsoft.com/office/drawing/2014/main" id="{FAB5A840-5E74-2401-3334-467358B5C68E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3492500" cy="6107113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CEC12-305D-8FA5-CBC7-2358D0F7C377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163095" y="1993392"/>
            <a:ext cx="7305005" cy="4120889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Faith as Strength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t>Boldness during storms comes from deep reliance on Christ's presence, not circumstances.</a:t>
            </a:r>
            <a:endParaRPr lang="en-US"/>
          </a:p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Endurance of the Church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t>The Church's historical resilience reflects enduring faith that remains unshaken by cultural challenges.</a:t>
            </a:r>
            <a:endParaRPr lang="en-US"/>
          </a:p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Peace as an Anchor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t>Christ's promise of peace, 'Peace, be still,' anchors believers in times of trial and uncertainty.</a:t>
            </a:r>
            <a:endParaRPr lang="en-US"/>
          </a:p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Commission to Radiate Faith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t>The Church is called to be radiant and faithful, shining with love and assurance until the end.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32723D-B3C6-F829-1BFF-56D080ED8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</p:spTree>
    <p:extLst>
      <p:ext uri="{BB962C8B-B14F-4D97-AF65-F5344CB8AC3E}">
        <p14:creationId xmlns:p14="http://schemas.microsoft.com/office/powerpoint/2010/main" val="199495602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Oasis">
  <a:themeElements>
    <a:clrScheme name="Oasis">
      <a:dk1>
        <a:srgbClr val="131313"/>
      </a:dk1>
      <a:lt1>
        <a:sysClr val="window" lastClr="FFFFFF"/>
      </a:lt1>
      <a:dk2>
        <a:srgbClr val="2D2A27"/>
      </a:dk2>
      <a:lt2>
        <a:srgbClr val="F0EBE6"/>
      </a:lt2>
      <a:accent1>
        <a:srgbClr val="9F7667"/>
      </a:accent1>
      <a:accent2>
        <a:srgbClr val="BE8856"/>
      </a:accent2>
      <a:accent3>
        <a:srgbClr val="BD9075"/>
      </a:accent3>
      <a:accent4>
        <a:srgbClr val="939081"/>
      </a:accent4>
      <a:accent5>
        <a:srgbClr val="A16D4C"/>
      </a:accent5>
      <a:accent6>
        <a:srgbClr val="8C8662"/>
      </a:accent6>
      <a:hlink>
        <a:srgbClr val="A57361"/>
      </a:hlink>
      <a:folHlink>
        <a:srgbClr val="8C8662"/>
      </a:folHlink>
    </a:clrScheme>
    <a:fontScheme name="Oasis Font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asis" id="{F87D57D1-6595-40EA-BD1E-F0C34D0EF910}" vid="{ECA7DBCD-4BC8-40F2-8EF4-7A6D942FA19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Oasis</Template>
  <TotalTime>0</TotalTime>
  <Words>1372</Words>
  <Application>Microsoft Office PowerPoint</Application>
  <PresentationFormat>Widescreen</PresentationFormat>
  <Paragraphs>155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Neue Haas Grotesk Text Pro</vt:lpstr>
      <vt:lpstr>Oasis</vt:lpstr>
      <vt:lpstr>Bold in the Storm</vt:lpstr>
      <vt:lpstr>Introduction and Purpose</vt:lpstr>
      <vt:lpstr>Purpose and Overview</vt:lpstr>
      <vt:lpstr>Spiritual Discernment and Courage</vt:lpstr>
      <vt:lpstr>Recognizing the Signs of Division</vt:lpstr>
      <vt:lpstr>The Root of Fear and Its Antidote</vt:lpstr>
      <vt:lpstr>Living in Truth and Grace</vt:lpstr>
      <vt:lpstr>Standing Firm in Truth Amid Deception</vt:lpstr>
      <vt:lpstr>Loving Enemies in a Hostile Culture</vt:lpstr>
      <vt:lpstr>Public Faith and Inner Peace</vt:lpstr>
      <vt:lpstr>Bold Witness in the Public Square</vt:lpstr>
      <vt:lpstr>Cultivating Inner Peace Amid Chaos</vt:lpstr>
      <vt:lpstr>Community and Prayer</vt:lpstr>
      <vt:lpstr>Building Community Against Isolation</vt:lpstr>
      <vt:lpstr>Prayer as a Weapon of Boldness</vt:lpstr>
      <vt:lpstr>Hope and Legacy</vt:lpstr>
      <vt:lpstr>Hope in the Midst of Judgment</vt:lpstr>
      <vt:lpstr>Legacy of Bold Faith for Future Generations</vt:lpstr>
      <vt:lpstr>Conclusion and Next Steps</vt:lpstr>
      <vt:lpstr>The Calm After the Storm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/>
  <cp:revision>1</cp:revision>
  <dcterms:created xsi:type="dcterms:W3CDTF">2025-11-07T17:11:25Z</dcterms:created>
  <dcterms:modified xsi:type="dcterms:W3CDTF">2025-11-07T17:11:39Z</dcterms:modified>
</cp:coreProperties>
</file>