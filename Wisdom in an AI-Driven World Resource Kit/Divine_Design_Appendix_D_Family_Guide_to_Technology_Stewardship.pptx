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D</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Family Guide to Technology Stewardship</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Helping Children and Teens Follow Jesus in a Digital World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Parenting Beyond Rules</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Parent as Shepherd</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Modeling Before Monitoring</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Creating a Family Technology Covenant</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Age-Appropriate Stewardship</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Talking About Online Safety</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Social Media and Identity</a:t>
            </a:r>
            <a:endParaRPr lang="en-US" sz="1300" dirty="0"/>
          </a:p>
        </p:txBody>
      </p:sp>
      <p:sp>
        <p:nvSpPr>
          <p:cNvPr id="30" name="Shape 27"/>
          <p:cNvSpPr/>
          <p:nvPr/>
        </p:nvSpPr>
        <p:spPr>
          <a:xfrm>
            <a:off x="6355080" y="1783080"/>
            <a:ext cx="457200" cy="457200"/>
          </a:xfrm>
          <a:prstGeom prst="ellipse">
            <a:avLst/>
          </a:prstGeom>
          <a:solidFill>
            <a:srgbClr val="B85042"/>
          </a:solidFill>
          <a:ln/>
        </p:spPr>
      </p:sp>
      <p:sp>
        <p:nvSpPr>
          <p:cNvPr id="31" name="Text 28"/>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Gaming and Digital Entertainment</a:t>
            </a:r>
            <a:endParaRPr lang="en-US" sz="1300" dirty="0"/>
          </a:p>
        </p:txBody>
      </p:sp>
      <p:sp>
        <p:nvSpPr>
          <p:cNvPr id="33" name="Shape 30"/>
          <p:cNvSpPr/>
          <p:nvPr/>
        </p:nvSpPr>
        <p:spPr>
          <a:xfrm>
            <a:off x="6355080" y="2350008"/>
            <a:ext cx="457200" cy="457200"/>
          </a:xfrm>
          <a:prstGeom prst="ellipse">
            <a:avLst/>
          </a:prstGeom>
          <a:solidFill>
            <a:srgbClr val="B85042"/>
          </a:solidFill>
          <a:ln/>
        </p:spPr>
      </p:sp>
      <p:sp>
        <p:nvSpPr>
          <p:cNvPr id="34" name="Text 31"/>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in School and Homework</a:t>
            </a:r>
            <a:endParaRPr lang="en-US" sz="1300" dirty="0"/>
          </a:p>
        </p:txBody>
      </p:sp>
      <p:sp>
        <p:nvSpPr>
          <p:cNvPr id="36" name="Shape 33"/>
          <p:cNvSpPr/>
          <p:nvPr/>
        </p:nvSpPr>
        <p:spPr>
          <a:xfrm>
            <a:off x="6355080" y="2916936"/>
            <a:ext cx="457200" cy="457200"/>
          </a:xfrm>
          <a:prstGeom prst="ellipse">
            <a:avLst/>
          </a:prstGeom>
          <a:solidFill>
            <a:srgbClr val="B85042"/>
          </a:solidFill>
          <a:ln/>
        </p:spPr>
      </p:sp>
      <p:sp>
        <p:nvSpPr>
          <p:cNvPr id="37" name="Text 34"/>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When Children Make Mistakes</a:t>
            </a:r>
            <a:endParaRPr lang="en-US" sz="1300" dirty="0"/>
          </a:p>
        </p:txBody>
      </p:sp>
      <p:sp>
        <p:nvSpPr>
          <p:cNvPr id="39" name="Shape 36"/>
          <p:cNvSpPr/>
          <p:nvPr/>
        </p:nvSpPr>
        <p:spPr>
          <a:xfrm>
            <a:off x="6355080" y="3483864"/>
            <a:ext cx="457200" cy="457200"/>
          </a:xfrm>
          <a:prstGeom prst="ellipse">
            <a:avLst/>
          </a:prstGeom>
          <a:solidFill>
            <a:srgbClr val="B85042"/>
          </a:solidFill>
          <a:ln/>
        </p:spPr>
      </p:sp>
      <p:sp>
        <p:nvSpPr>
          <p:cNvPr id="40" name="Text 37"/>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Role of the Church</a:t>
            </a:r>
            <a:endParaRPr lang="en-US" sz="1300" dirty="0"/>
          </a:p>
        </p:txBody>
      </p:sp>
      <p:sp>
        <p:nvSpPr>
          <p:cNvPr id="42" name="Shape 39"/>
          <p:cNvSpPr/>
          <p:nvPr/>
        </p:nvSpPr>
        <p:spPr>
          <a:xfrm>
            <a:off x="6355080" y="4050792"/>
            <a:ext cx="457200" cy="457200"/>
          </a:xfrm>
          <a:prstGeom prst="ellipse">
            <a:avLst/>
          </a:prstGeom>
          <a:solidFill>
            <a:srgbClr val="B85042"/>
          </a:solidFill>
          <a:ln/>
        </p:spPr>
      </p:sp>
      <p:sp>
        <p:nvSpPr>
          <p:cNvPr id="43" name="Text 40"/>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Practical Family Habits</a:t>
            </a:r>
            <a:endParaRPr lang="en-US" sz="1300" dirty="0"/>
          </a:p>
        </p:txBody>
      </p:sp>
      <p:sp>
        <p:nvSpPr>
          <p:cNvPr id="45" name="Shape 42"/>
          <p:cNvSpPr/>
          <p:nvPr/>
        </p:nvSpPr>
        <p:spPr>
          <a:xfrm>
            <a:off x="6355080" y="4617720"/>
            <a:ext cx="457200" cy="457200"/>
          </a:xfrm>
          <a:prstGeom prst="ellipse">
            <a:avLst/>
          </a:prstGeom>
          <a:solidFill>
            <a:srgbClr val="B85042"/>
          </a:solidFill>
          <a:ln/>
        </p:spPr>
      </p:sp>
      <p:sp>
        <p:nvSpPr>
          <p:cNvPr id="46" name="Text 43"/>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Family Discussion Questions</a:t>
            </a:r>
            <a:endParaRPr lang="en-US" sz="1300" dirty="0"/>
          </a:p>
        </p:txBody>
      </p:sp>
      <p:sp>
        <p:nvSpPr>
          <p:cNvPr id="48" name="Shape 45"/>
          <p:cNvSpPr/>
          <p:nvPr/>
        </p:nvSpPr>
        <p:spPr>
          <a:xfrm>
            <a:off x="6355080" y="5184648"/>
            <a:ext cx="457200" cy="457200"/>
          </a:xfrm>
          <a:prstGeom prst="ellipse">
            <a:avLst/>
          </a:prstGeom>
          <a:solidFill>
            <a:srgbClr val="B85042"/>
          </a:solidFill>
          <a:ln/>
        </p:spPr>
      </p:sp>
      <p:sp>
        <p:nvSpPr>
          <p:cNvPr id="49" name="Text 46"/>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Closing Prayer</a:t>
            </a:r>
            <a:endParaRPr lang="en-US" sz="1300" dirty="0"/>
          </a:p>
        </p:txBody>
      </p:sp>
      <p:sp>
        <p:nvSpPr>
          <p:cNvPr id="51" name="Shape 48"/>
          <p:cNvSpPr/>
          <p:nvPr/>
        </p:nvSpPr>
        <p:spPr>
          <a:xfrm>
            <a:off x="6355080" y="5751576"/>
            <a:ext cx="457200" cy="457200"/>
          </a:xfrm>
          <a:prstGeom prst="ellipse">
            <a:avLst/>
          </a:prstGeom>
          <a:solidFill>
            <a:srgbClr val="B85042"/>
          </a:solidFill>
          <a:ln/>
        </p:spPr>
      </p:sp>
      <p:sp>
        <p:nvSpPr>
          <p:cNvPr id="52" name="Text 49"/>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Challenge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Children are growing up inside screens, apps, and AI. Faithful parenting now includes shepherding them through a digital world.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Parenting Beyond Rules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Rules and boundaries matter, but rules alone cannot form wisdom. The goal is children who can discern, not just comply.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Parent as Shepherd</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Parents are not household administrators enforcing policy — they are shepherds, forming hearts as well as habits.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Modeling Before Monitoring</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Children learn more from what parents do than what they say. Modeling healthy use comes before monitoring theirs.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Creating a Family Technology Covenant</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Draft a shared statement of purpose, not just restrictions — answering together, 'How will our family use technology faithfully?'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Age-Appropriate Stewardship</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Responsibility should grow gradually with maturity. Young children need firm boundaries; older ones need increasing, guided freedom.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Talking About Online Safety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Online safety is an ongoing conversation, not a one-time talk. Keep the door open as children and platforms change.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Social Media and Identity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Social media can shape a child's sense of worth through likes, followers, and comparison. Guard identity before the metrics do.</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Gaming and Digital Entertainment</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Games and entertainment aren't inherently wrong — they can build creativity and connection — but they need wisdom and limits.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in School and Homework</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AI can help children learn or help them avoid learning. Teach the difference between using it to understand and using it to cheat.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When Children Make Mistakes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Children will make digital mistakes. Respond with correction and grace, not just punishment — mistakes are formation opportunities.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Role of the Church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Families shouldn't carry digital discipleship alone. The church can teach, support, and equip parents and children together.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Practical Family Habits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Simple rhythms: device-free meals, Scripture before screens, shared charging stations, and open conversation about what everyone sees.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Family Discussion Questions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 set of questions to open honest conversation with your family about how technology is shaping your home.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CLOSING PRAYER</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1900" i="1" dirty="0">
                <a:solidFill>
                  <a:srgbClr val="FBF9F3"/>
                </a:solidFill>
                <a:latin typeface="Bookman Old Style" pitchFamily="34" charset="0"/>
                <a:ea typeface="Bookman Old Style" pitchFamily="34" charset="-122"/>
                <a:cs typeface="Bookman Old Style" pitchFamily="34" charset="-120"/>
              </a:rPr>
              <a:t>"Father, thank You for the children, teens, and families You have entrusted to us. Give us wisdom to guide them faithfully in a digital world. Help parents model what they teach, protect without fear, correct with grace, and disciple with patience. Teach our families to use technology wisely, speak truthfully, love deeply, and follow Jesus above every influence. Guard our homes from distraction, deception, and idolatry. May our households become places of wisdom, worship, rest, and faithful stewardship. In Jesus' name, Amen."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16 / 16</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Challenge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This week, hold one family conversation about technology — and don't begin with rules. Begin with purpose.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D</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Family Guide to Technology Stewardship</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D</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