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7: Digital Temptations. Open by welcoming the group and reading the key scripture, James 1:14–15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New Tools, Ancient Struggles. Every generation thinks its temptations are unique. They are not — the tools are new, but the struggles are ancient.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Smartphone as a Multiplier. The smartphone doesn't invent new sins; it multiplies old ones — putting knowledge, commerce, and temptation all in one pocket.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Sin of Comparison. We once compared ourselves to neighbors we could see. Social media makes comparison global, endless, and rigged against contentment.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Outrage Machine. Few emotions drive engagement like anger. Platforms know this — and quietly reward the outrage that keeps us scrolling.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Pride in the Age of Personal Branding. Pride is the oldest sin. The digital age simply hands everyone a broadcast studio for expressing it.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Lust and Instant Access. No temptation has been amplified more by technology than lust — the ancient barriers of distance and difficulty have collapsed.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Temptation of Constant Self-Expression. Culture treats sharing every thought as a virtue. But not every reaction needs a broadcast; restraint is its own wisdom.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Fear of Missing Out. Every scroll whispers that life is happening elsewhere without you. FOMO is manufactured discontent, delivered on an endless feed.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the Temptation of Dependence. AI offers something more seductive than distraction — it offers to do our thinking, and slowly erode the disciplines that form 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Temptation Thrives in Isolation. Digital temptation flourishes in private — behind screens and passwords, where no one is watching. Sin has always loved secrecy.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Walking by the Spirit. Paul's answer is not to eliminate every risk but to 'walk by the Spirit' — pursuing something better than what tempts 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Battle Worth Fighting. Digital temptations are real, powerful, and persistent. But the heart they contend for is worth every ounce of the fight.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7</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Digital Temptations</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James 1:14–15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New Tools, Ancient Struggles</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Smartphone as a Multiplier</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Sin of Comparison</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Outrage Machine</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Pride in the Age of Personal Branding</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Lust and Instant Access</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Temptation of Constant Self-Expression</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Fear of Missing Out</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the Temptation of Dependence</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Temptation Thrives in Isolation</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Walking by the Spirit</a:t>
            </a:r>
            <a:endParaRPr lang="en-US" sz="1500" dirty="0"/>
          </a:p>
        </p:txBody>
      </p:sp>
      <p:sp>
        <p:nvSpPr>
          <p:cNvPr id="39" name="Shape 36"/>
          <p:cNvSpPr/>
          <p:nvPr/>
        </p:nvSpPr>
        <p:spPr>
          <a:xfrm>
            <a:off x="6355080" y="5074920"/>
            <a:ext cx="457200" cy="457200"/>
          </a:xfrm>
          <a:prstGeom prst="ellipse">
            <a:avLst/>
          </a:prstGeom>
          <a:solidFill>
            <a:srgbClr val="6B7A5E"/>
          </a:solidFill>
          <a:ln/>
        </p:spPr>
      </p:sp>
      <p:sp>
        <p:nvSpPr>
          <p:cNvPr id="40" name="Text 37"/>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Battle Worth Fighting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James 1:14–15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"Everyone who looks at a woman with lustful intent has already committed adultery with her in his heart."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New Tools, Ancient Struggles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Every generation thinks its temptations are unique. They are not — the tools are new, but the struggles are ancient.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Smartphone as a Multiplier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smartphone doesn't invent new sins; it multiplies old ones — putting knowledge, commerce, and temptation all in one pocket.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Sin of Comparison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We once compared ourselves to neighbors we could see. Social media makes comparison global, endless, and rigged against contentment.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Outrage Machine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Few emotions drive engagement like anger. Platforms know this — and quietly reward the outrage that keeps us scrolling.</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Pride in the Age of Personal Branding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Pride is the oldest sin. The digital age simply hands everyone a broadcast studio for expressing it.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Lust and Instant Access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No temptation has been amplified more by technology than lust — the ancient barriers of distance and difficulty have collapsed.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Temptation of Constant Self-Expression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Culture treats sharing every thought as a virtue. But not every reaction needs a broadcast; restraint is its own wisdom.</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Fear of Missing Out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scroll whispers that life is happening elsewhere without you. FOMO is manufactured discontent, delivered on an endless feed.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the Temptation of Dependence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offers something more seductive than distraction — it offers to do our thinking, and slowly erode the disciplines that form us.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Temptation Thrives in Isolation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Digital temptation flourishes in private — behind screens and passwords, where no one is watching. Sin has always loved secrecy.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Walking by the Spirit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Paul's answer is not to eliminate every risk but to 'walk by the Spirit' — pursuing something better than what tempts us.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Battle Worth Fighting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Digital temptations are real, powerful, and persistent. But the heart they contend for is worth every ounce of the fight.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Which digital temptation most consistently challenges you, and what makes it so difficult to resist?</a:t>
            </a:r>
            <a:endParaRPr lang="en-US" sz="1300" dirty="0"/>
          </a:p>
        </p:txBody>
      </p:sp>
      <p:sp>
        <p:nvSpPr>
          <p:cNvPr id="9" name="Shape 6"/>
          <p:cNvSpPr/>
          <p:nvPr/>
        </p:nvSpPr>
        <p:spPr>
          <a:xfrm>
            <a:off x="868680" y="30815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31729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has technology amplified existing struggles in your life that were present long before you ever picked up a device?</a:t>
            </a:r>
            <a:endParaRPr lang="en-US" sz="1300" dirty="0"/>
          </a:p>
        </p:txBody>
      </p:sp>
      <p:sp>
        <p:nvSpPr>
          <p:cNvPr id="12" name="Shape 9"/>
          <p:cNvSpPr/>
          <p:nvPr/>
        </p:nvSpPr>
        <p:spPr>
          <a:xfrm>
            <a:off x="868680" y="44256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45902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45171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role does comparison play in your daily thought life, and whose "highlight reel" do you most often measure yourself against?</a:t>
            </a:r>
            <a:endParaRPr lang="en-US" sz="1300" dirty="0"/>
          </a:p>
        </p:txBody>
      </p:sp>
      <p:sp>
        <p:nvSpPr>
          <p:cNvPr id="15" name="Shape 12"/>
          <p:cNvSpPr/>
          <p:nvPr/>
        </p:nvSpPr>
        <p:spPr>
          <a:xfrm>
            <a:off x="868680" y="5769864"/>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93445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861304"/>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 anger and outrage influence your online interactions, and what kind of content tends to provoke that reaction in you?</a:t>
            </a:r>
            <a:endParaRPr lang="en-US" sz="1300" dirty="0"/>
          </a:p>
        </p:txBody>
      </p:sp>
      <p:sp>
        <p:nvSpPr>
          <p:cNvPr id="18" name="Shape 15"/>
          <p:cNvSpPr/>
          <p:nvPr/>
        </p:nvSpPr>
        <p:spPr>
          <a:xfrm>
            <a:off x="63550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Are there areas where technology has quietly become a substitute for spiritual growth rather than a support for it?</a:t>
            </a:r>
            <a:endParaRPr lang="en-US" sz="1300" dirty="0"/>
          </a:p>
        </p:txBody>
      </p:sp>
      <p:sp>
        <p:nvSpPr>
          <p:cNvPr id="21" name="Shape 18"/>
          <p:cNvSpPr/>
          <p:nvPr/>
        </p:nvSpPr>
        <p:spPr>
          <a:xfrm>
            <a:off x="6355080" y="30815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31729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practical boundaries could help reduce temptation and create more space for your walk with Christ?</a:t>
            </a:r>
            <a:endParaRPr lang="en-US" sz="1300" dirty="0"/>
          </a:p>
        </p:txBody>
      </p:sp>
      <p:sp>
        <p:nvSpPr>
          <p:cNvPr id="24" name="Shape 21"/>
          <p:cNvSpPr/>
          <p:nvPr/>
        </p:nvSpPr>
        <p:spPr>
          <a:xfrm>
            <a:off x="6355080" y="44256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45902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45171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Who provides genuine accountability and encouragement in your spiritual life, and if no one comes to mind, who could you invite into that role?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1700" i="1" dirty="0">
                <a:solidFill>
                  <a:srgbClr val="FBF7F0"/>
                </a:solidFill>
                <a:latin typeface="Bookman Old Style" pitchFamily="34" charset="0"/>
                <a:ea typeface="Bookman Old Style" pitchFamily="34" charset="-122"/>
                <a:cs typeface="Bookman Old Style" pitchFamily="34" charset="-120"/>
              </a:rPr>
              <a:t>"Father, You know every weakness, every temptation, and every struggle I face. Nothing in my heart is hidden from You, not the desires I am ashamed of, not the comparisons that steal my peace, not the anger I nurse in private, not the secret places where I am most easily drawn away. And yet You love me still. Thank You that Your grace is greater than my failures and Your strength is greater than my weakness. I confess that I cannot win this battle in my own power, and I am grateful that You have never asked me to. Help me to recognize the ways technology amplifies temptation in my life, and give me the wisdom and courage to establish healthy boundaries, even when those boundaries are inconvenient or costly. Fill me with Your Spirit, so that my desires increasingly reflect Your will rather than my flesh. Teach me to pursue contentment in place of envy, humility in place of pride, purity in place of lust, patience in place of outrage, and self-control in place of impulse. Let my digital habits honor You and strengthen, rather than weaken, my walk with Christ. May the same Savior who has been sufficient in every age be sufficient in mine. Through Jesus Christ, my Lord and Savior. Amen."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Complete a "Temptation Mapping Exercise" this week. The goal is to move temptation out of the realm of the vague and into the light of honest examination, where it can actually be addressed. Begin by creating three columns. In the first, name a specific digital habit. In the second, identify the temptation that habit tends to amplify in you. In the third, write a concrete boundary you can put in place to weaken its pull. A few examples are shown below to get you started. Once your map is complete, do not stop at analysis. Choose one boundary to implement immediately, not someday, but now, while conviction is fresh. Then ask a trusted Christian friend, spouse, mentor, or accountability partner to check in with you about your progress over the next month. Invite them to ask the hard questions, and give them permission to keep asking. Remember: temptation loses much of its power the moment it is brought into the light. What is named and shared in honesty has already begun to lose its grip.</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7</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Digital Temptations</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7</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