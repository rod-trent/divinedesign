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6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5A6B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49240"/>
            <a:ext cx="12161520" cy="1508760"/>
          </a:xfrm>
          <a:prstGeom prst="rect">
            <a:avLst/>
          </a:prstGeom>
          <a:solidFill>
            <a:srgbClr val="3E4A33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685800"/>
            <a:ext cx="1965960" cy="1965960"/>
          </a:xfrm>
          <a:prstGeom prst="ellipse">
            <a:avLst/>
          </a:prstGeom>
          <a:solidFill>
            <a:srgbClr val="3E4A33"/>
          </a:solidFill>
          <a:ln w="19050">
            <a:solidFill>
              <a:srgbClr val="C9A1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133856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Resource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Appendix L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77240" y="292608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600" b="1" dirty="0">
                <a:solidFill>
                  <a:srgbClr val="FBF9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Stewardship Assessment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68680" y="5715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Your Digital Life Through a Biblical Lens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to Use This Assessment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868680" y="2011680"/>
            <a:ext cx="10424160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417320" y="2331720"/>
            <a:ext cx="9326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statement, assign yourself a score: 5 = Always True, 4 = Usually True, 3 = Sometimes True, 2 = Rarely True, 1 = Almost Never True. Record your score for each statement, and at the end, total your results.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Worship and Priorities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the Heart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8  ·  Score each 1 (never) to 5 (always)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" y="228600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97280" y="23865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0200" y="228600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spend more time seeking God than scrolling content.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0" y="228600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288950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2990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288950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relationship with Christ remains my highest priority.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058400" y="288950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349300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97280" y="35935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00200" y="349300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supports my spiritual growth rather than replacing it.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058400" y="349300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8680" y="4096512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97280" y="41970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00200" y="40965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regularly evaluate whether digital activities are affecting my faith.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058400" y="409651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" y="4700016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97280" y="48006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00200" y="470001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notice quickly if technology became an idol in my life.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058400" y="470001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68680" y="530352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97280" y="54041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00200" y="530352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seek God's wisdom before making major technology decisions.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0058400" y="530352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68680" y="590702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097280" y="6007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00200" y="590702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go extended periods without checking my devices.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0058400" y="590702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68680" y="651052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97280" y="661111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00200" y="65105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sense of identity is rooted in Christ rather than online validation.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0058400" y="651052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Attention and Focus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Stewardship of Attention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8  ·  Score each 1 (never) to 5 (always)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" y="228600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97280" y="23865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0200" y="228600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control my devices more than they control me.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0" y="228600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288950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2990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288950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rarely interrupt important activities.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058400" y="288950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349300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97280" y="35935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00200" y="349300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focus deeply without constantly checking messages.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058400" y="349300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8680" y="4096512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97280" y="41970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00200" y="40965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intentionally protect time for prayer and reflection.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058400" y="409651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" y="4700016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97280" y="48006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00200" y="470001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limit unnecessary digital distractions.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058400" y="470001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68680" y="530352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97280" y="54041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00200" y="530352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regularly practice silence or quiet before God.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0058400" y="530352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68680" y="590702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097280" y="6007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00200" y="590702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present with people when they are physically with me.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0058400" y="590702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68680" y="651052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97280" y="661111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00200" y="65105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attention is directed toward what matters most.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0058400" y="651052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Truth and Information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Information Wisely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8  ·  Score each 1 (never) to 5 (always)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" y="228600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97280" y="23865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0200" y="228600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verify information before sharing it.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0" y="228600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288950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2990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288950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avoid spreading rumors or misinformation.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058400" y="288950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349300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97280" y="35935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00200" y="349300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seek truth more than affirmation.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058400" y="349300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8680" y="4096512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97280" y="41970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00200" y="40965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consume information from trustworthy sources.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058400" y="409651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" y="4700016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97280" y="48006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00200" y="470001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evaluate content through a biblical worldview.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058400" y="470001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68680" y="530352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97280" y="54041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00200" y="530352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avoid outrage-driven media whenever possible.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0058400" y="530352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68680" y="590702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097280" y="6007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00200" y="590702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resist reacting emotionally before checking facts.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0058400" y="590702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68680" y="651052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97280" y="661111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00200" y="65105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prioritize wisdom over constant news consumption.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0058400" y="651052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Online Witness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Christ Digitally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8  ·  Score each 1 (never) to 5 (always)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" y="228600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97280" y="23865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0200" y="228600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online behavior reflects Christian character.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0" y="228600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288950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2990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288950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comments demonstrate grace and truth.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058400" y="288950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349300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97280" y="35935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00200" y="349300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avoid unnecessary arguments.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058400" y="349300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8680" y="4096512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97280" y="41970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00200" y="40965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treat people with dignity even when I disagree.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058400" y="409651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" y="4700016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97280" y="48006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00200" y="470001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social media to encourage more than criticize.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058400" y="470001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68680" y="530352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97280" y="54041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00200" y="530352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consider how my words affect others.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0058400" y="530352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68680" y="590702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097280" y="6007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00200" y="590702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be comfortable if Jesus read every post I publish.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0058400" y="590702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68680" y="651052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97280" y="661111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00200" y="65105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digital presence points others toward Christ.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0058400" y="651052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Family and Relationships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Human Connection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8  ·  Score each 1 (never) to 5 (always)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" y="228600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97280" y="23865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0200" y="228600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strengthens rather than weakens my relationships.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0" y="228600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288950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2990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288950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regularly engage in device-free conversations.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058400" y="288950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349300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97280" y="35935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00200" y="349300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 receive my full attention.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058400" y="349300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8680" y="4096512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97280" y="41970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00200" y="40965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do not consistently interrupt meaningful relationships.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058400" y="409651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" y="4700016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97280" y="48006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00200" y="470001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prioritize real-world community.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058400" y="470001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68680" y="530352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97280" y="54041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00200" y="530352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fully present during meals and gatherings.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0058400" y="530352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68680" y="590702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097280" y="6007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00200" y="590702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intentionally create space for family interaction.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0058400" y="590702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68680" y="651052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97280" y="661111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00200" y="65105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closest relationships are not primarily digital.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0058400" y="651052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 and Productivity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Use of Technology at Work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of 8  ·  Score each 1 (never) to 5 (always)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" y="228600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97280" y="23865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0200" y="228600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helps me fulfill my responsibilities effectively.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0" y="228600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288950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2990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288950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maintain healthy work-life boundaries.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058400" y="288950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349300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97280" y="35935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00200" y="349300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avoid allowing work to dominate every hour of the day.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058400" y="349300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8680" y="4096512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97280" y="41970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00200" y="40965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productivity tools wisely rather than compulsively.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058400" y="409651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" y="4700016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97280" y="48006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00200" y="470001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remains an act of worship.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058400" y="470001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68680" y="530352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97280" y="54041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00200" y="530352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 not measure my worth solely by productivity.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0058400" y="530352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68680" y="590702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097280" y="6007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00200" y="590702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when to disconnect.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0058400" y="590702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68680" y="651052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97280" y="661111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00200" y="65105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career serves God rather than replacing Him.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0058400" y="651052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and Emerging Technologies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in the Age of AI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of 8  ·  Score each 1 (never) to 5 (always)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" y="228600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97280" y="23865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0200" y="228600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carefully about how I use AI tools.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0" y="228600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288950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2990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288950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AI ethically and honestly.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058400" y="288950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349300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97280" y="35935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00200" y="349300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verify AI-generated information when appropriate.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058400" y="349300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8680" y="4096512"/>
            <a:ext cx="10424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97280" y="42611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00200" y="40965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maintain responsibility for decisions rather than blindly trusting automation.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058400" y="409651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" y="4828032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97280" y="492861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00200" y="482803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value human wisdom more than machine intelligence.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058400" y="482803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68680" y="5431536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97280" y="55321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00200" y="543153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consider privacy implications before sharing information.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0058400" y="543153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68680" y="603504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097280" y="61356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00200" y="603504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evaluate new technologies through biblical principles.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0058400" y="603504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68680" y="663854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97280" y="67391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00200" y="663854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remember that technology is a tool, not a savior.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0058400" y="663854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Rest and Sabbath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Rest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of 8  ·  Score each 1 (never) to 5 (always)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" y="228600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97280" y="23865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0200" y="228600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regularly disconnect from technology.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0" y="228600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288950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2990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288950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observe intentional rhythms of rest.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058400" y="288950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349300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97280" y="35935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00200" y="349300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be unavailable without anxiety.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058400" y="349300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8680" y="4096512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97280" y="41970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00200" y="40965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trust God even when I am offline.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058400" y="409651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" y="4700016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97280" y="48006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00200" y="470001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maintain healthy boundaries around work communications.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058400" y="470001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68680" y="5303520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97280" y="54041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00200" y="530352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intentionally create technology-free moments.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0058400" y="530352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68680" y="5907024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097280" y="6007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00200" y="590702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feels natural rather than threatening.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0058400" y="590702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68680" y="6510528"/>
            <a:ext cx="10424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97280" y="661111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F9F3"/>
          </a:solidFill>
          <a:ln w="19050">
            <a:solidFill>
              <a:srgbClr val="5A6B4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00200" y="65105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that productivity is not my identity.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0058400" y="651052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___/5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Stewardship Profile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scores, then find your range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4983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3000" y="2331720"/>
            <a:ext cx="822960" cy="822960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9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148840" y="22677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Faithful Steward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148840" y="26700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280–320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299923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appears to be serving God's purposes in your life. Continue practicing discernment and humility, and remain vigilant against subtle forms 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09360" y="2011680"/>
            <a:ext cx="4983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331720"/>
            <a:ext cx="822960" cy="822960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9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589520" y="22677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Intentional User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89520" y="26700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220–279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29400" y="299923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demonstrate many healthy habits but may have several areas requiring greater consistency. Technology generally serves you well, though some adjust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3886200"/>
            <a:ext cx="4983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143000" y="4206240"/>
            <a:ext cx="822960" cy="822960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20" name="Text 17"/>
          <p:cNvSpPr/>
          <p:nvPr/>
        </p:nvSpPr>
        <p:spPr>
          <a:xfrm>
            <a:off x="114300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9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148840" y="41422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 Risk of Drift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148840" y="4544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160–219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88720" y="487375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may be exerting more influence than you realize. Certain habits may be undermining spiritual growth, focus, relationships, or rest. Growth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309360" y="3886200"/>
            <a:ext cx="4983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583680" y="4206240"/>
            <a:ext cx="822960" cy="822960"/>
          </a:xfrm>
          <a:prstGeom prst="ellipse">
            <a:avLst/>
          </a:prstGeom>
          <a:solidFill>
            <a:srgbClr val="5A6B4D"/>
          </a:solidFill>
          <a:ln/>
        </p:spPr>
      </p:sp>
      <p:sp>
        <p:nvSpPr>
          <p:cNvPr id="26" name="Text 23"/>
          <p:cNvSpPr/>
          <p:nvPr/>
        </p:nvSpPr>
        <p:spPr>
          <a:xfrm>
            <a:off x="658368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9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589520" y="41422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Need for Digital Renewal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589520" y="4544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64–159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629400" y="487375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may currently be shaping your life more than you are shaping its use. This score is not a reason for guilt, it is an invitation to change.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E4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3E4A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828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36118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BF9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Stewardship Assessment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371600" y="50749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will keep changing.  The wisdom to navigate it faithfully will not.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Divine Design — Appendix L</dc:title>
  <dc:subject>PptxGenJS Presentation</dc:subject>
  <dc:creator>Rod Trent</dc:creator>
  <cp:lastModifiedBy>Rod Trent</cp:lastModifiedBy>
  <cp:revision>1</cp:revision>
  <dcterms:created xsi:type="dcterms:W3CDTF">2026-07-03T18:29:11Z</dcterms:created>
  <dcterms:modified xsi:type="dcterms:W3CDTF">2026-07-03T18:29:11Z</dcterms:modified>
</cp:coreProperties>
</file>