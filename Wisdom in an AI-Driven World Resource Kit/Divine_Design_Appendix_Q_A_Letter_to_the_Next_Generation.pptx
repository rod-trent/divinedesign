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Q</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A Letter to the Next Generation</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Following Christ in a World We Cannot Yet Imagine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Dear Future Disciple,</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World Will Promise Easy Answers</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Do Not Trade Wisdom for Information</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Guard Your Attention</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Never Forget the Value of Real People</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Remember That Truth Matters</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Use Your Gifts Courageously</a:t>
            </a:r>
            <a:endParaRPr lang="en-US" sz="1300" dirty="0"/>
          </a:p>
        </p:txBody>
      </p:sp>
      <p:sp>
        <p:nvSpPr>
          <p:cNvPr id="27" name="Shape 24"/>
          <p:cNvSpPr/>
          <p:nvPr/>
        </p:nvSpPr>
        <p:spPr>
          <a:xfrm>
            <a:off x="6355080" y="1783080"/>
            <a:ext cx="457200" cy="457200"/>
          </a:xfrm>
          <a:prstGeom prst="ellipse">
            <a:avLst/>
          </a:prstGeom>
          <a:solidFill>
            <a:srgbClr val="B85042"/>
          </a:solidFill>
          <a:ln/>
        </p:spPr>
      </p:sp>
      <p:sp>
        <p:nvSpPr>
          <p:cNvPr id="28" name="Text 25"/>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Do Not Fear the Future</a:t>
            </a:r>
            <a:endParaRPr lang="en-US" sz="1300" dirty="0"/>
          </a:p>
        </p:txBody>
      </p:sp>
      <p:sp>
        <p:nvSpPr>
          <p:cNvPr id="30" name="Shape 27"/>
          <p:cNvSpPr/>
          <p:nvPr/>
        </p:nvSpPr>
        <p:spPr>
          <a:xfrm>
            <a:off x="6355080" y="2350008"/>
            <a:ext cx="457200" cy="457200"/>
          </a:xfrm>
          <a:prstGeom prst="ellipse">
            <a:avLst/>
          </a:prstGeom>
          <a:solidFill>
            <a:srgbClr val="B85042"/>
          </a:solidFill>
          <a:ln/>
        </p:spPr>
      </p:sp>
      <p:sp>
        <p:nvSpPr>
          <p:cNvPr id="31" name="Text 28"/>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Stay Close to Scripture</a:t>
            </a:r>
            <a:endParaRPr lang="en-US" sz="1300" dirty="0"/>
          </a:p>
        </p:txBody>
      </p:sp>
      <p:sp>
        <p:nvSpPr>
          <p:cNvPr id="33" name="Shape 30"/>
          <p:cNvSpPr/>
          <p:nvPr/>
        </p:nvSpPr>
        <p:spPr>
          <a:xfrm>
            <a:off x="6355080" y="2916936"/>
            <a:ext cx="457200" cy="457200"/>
          </a:xfrm>
          <a:prstGeom prst="ellipse">
            <a:avLst/>
          </a:prstGeom>
          <a:solidFill>
            <a:srgbClr val="B85042"/>
          </a:solidFill>
          <a:ln/>
        </p:spPr>
      </p:sp>
      <p:sp>
        <p:nvSpPr>
          <p:cNvPr id="34" name="Text 31"/>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Stay Connected to the Church</a:t>
            </a:r>
            <a:endParaRPr lang="en-US" sz="1300" dirty="0"/>
          </a:p>
        </p:txBody>
      </p:sp>
      <p:sp>
        <p:nvSpPr>
          <p:cNvPr id="36" name="Shape 33"/>
          <p:cNvSpPr/>
          <p:nvPr/>
        </p:nvSpPr>
        <p:spPr>
          <a:xfrm>
            <a:off x="6355080" y="3483864"/>
            <a:ext cx="457200" cy="457200"/>
          </a:xfrm>
          <a:prstGeom prst="ellipse">
            <a:avLst/>
          </a:prstGeom>
          <a:solidFill>
            <a:srgbClr val="B85042"/>
          </a:solidFill>
          <a:ln/>
        </p:spPr>
      </p:sp>
      <p:sp>
        <p:nvSpPr>
          <p:cNvPr id="37" name="Text 34"/>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Remember Who You Are</a:t>
            </a:r>
            <a:endParaRPr lang="en-US" sz="1300" dirty="0"/>
          </a:p>
        </p:txBody>
      </p:sp>
      <p:sp>
        <p:nvSpPr>
          <p:cNvPr id="39" name="Shape 36"/>
          <p:cNvSpPr/>
          <p:nvPr/>
        </p:nvSpPr>
        <p:spPr>
          <a:xfrm>
            <a:off x="6355080" y="4050792"/>
            <a:ext cx="457200" cy="457200"/>
          </a:xfrm>
          <a:prstGeom prst="ellipse">
            <a:avLst/>
          </a:prstGeom>
          <a:solidFill>
            <a:srgbClr val="B85042"/>
          </a:solidFill>
          <a:ln/>
        </p:spPr>
      </p:sp>
      <p:sp>
        <p:nvSpPr>
          <p:cNvPr id="40" name="Text 37"/>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Final Word</a:t>
            </a:r>
            <a:endParaRPr lang="en-US" sz="1300" dirty="0"/>
          </a:p>
        </p:txBody>
      </p:sp>
      <p:sp>
        <p:nvSpPr>
          <p:cNvPr id="42" name="Shape 39"/>
          <p:cNvSpPr/>
          <p:nvPr/>
        </p:nvSpPr>
        <p:spPr>
          <a:xfrm>
            <a:off x="6355080" y="4617720"/>
            <a:ext cx="457200" cy="457200"/>
          </a:xfrm>
          <a:prstGeom prst="ellipse">
            <a:avLst/>
          </a:prstGeom>
          <a:solidFill>
            <a:srgbClr val="B85042"/>
          </a:solidFill>
          <a:ln/>
        </p:spPr>
      </p:sp>
      <p:sp>
        <p:nvSpPr>
          <p:cNvPr id="43" name="Text 40"/>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Prayer for the Next Generation</a:t>
            </a:r>
            <a:endParaRPr lang="en-US" sz="1300" dirty="0"/>
          </a:p>
        </p:txBody>
      </p:sp>
      <p:sp>
        <p:nvSpPr>
          <p:cNvPr id="45" name="Shape 42"/>
          <p:cNvSpPr/>
          <p:nvPr/>
        </p:nvSpPr>
        <p:spPr>
          <a:xfrm>
            <a:off x="6355080" y="5184648"/>
            <a:ext cx="457200" cy="457200"/>
          </a:xfrm>
          <a:prstGeom prst="ellipse">
            <a:avLst/>
          </a:prstGeom>
          <a:solidFill>
            <a:srgbClr val="B85042"/>
          </a:solidFill>
          <a:ln/>
        </p:spPr>
      </p:sp>
      <p:sp>
        <p:nvSpPr>
          <p:cNvPr id="46" name="Text 43"/>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Blessing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Dear Future Disciple,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 letter across time: however primitive today's technology looks to you, the wisdom in these pages still holds.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World Will Promise Easy Answers</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Every age offers voices promising certainty. Yours may trust AI to answer nearly everything — but easy answers are rarely wisdom.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Do Not Trade Wisdom for Information</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You'll have more information than any generation in history, arriving instantly. Do not mistake access for understanding.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Guard Your Attention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Your fiercest battle may not be for your beliefs but for your attention. Guard it as the valuable thing it is.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Never Forget the Value of Real People</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As digital substitutes multiply, resist settling for artificial company when genuine relationship is within reach.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Remember That Truth Matters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You may live where reality itself is hard to verify — images fabricated, voices faked. Hold fast to what is true.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Use Your Gifts Courageously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Whatever your calling — engineer, pastor, parent, artist — pursue it with excellence, and use your gifts for good.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Do Not Fear the Future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Many fear what technology may become. You need not. God holds the future, and He holds you within it.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Stay Close to Scripture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However advanced the world becomes, Scripture remains essential. Read it, know it, and let it anchor you.</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Stay Connected to the Church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You'll hear that organized faith is outdated and technology can replace community. It cannot. Stay connected.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Remember Who You Are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The world will define you by achievement, influence, or skill. None of that determines your identity — you are God's.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 Final Word</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I don't know your name or your era. But I know the One who does — and He will be faithful to you as He was to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A PRAYER FOR THE NEXT GENERATION</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1900" i="1" dirty="0">
                <a:solidFill>
                  <a:srgbClr val="FBF9F3"/>
                </a:solidFill>
                <a:latin typeface="Bookman Old Style" pitchFamily="34" charset="0"/>
                <a:ea typeface="Bookman Old Style" pitchFamily="34" charset="-122"/>
                <a:cs typeface="Bookman Old Style" pitchFamily="34" charset="-120"/>
              </a:rPr>
              <a:t>"Father, bless those who come after us. Give them wisdom greater than ours. Faith stronger than ours. Courage beyond ours. Protect them from deception. Protect them from pride. Protect them from fear. Teach them to use technology wisely while keeping their hearts fixed on Christ. Raise up faithful leaders, pastors, parents, teachers, missionaries, engineers, cybersecurity professionals, developers, and disciples who will shine brightly in their generation. May they love You with all their heart, soul, mind, and strength. And may they carry the gospel forward until Christ returns. Amen."</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14</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Blessing</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May you walk confidently into a future full of innovation, pursuing wisdom above information and Christ above all.</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Q</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Q</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A Letter to the Next Generation</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Q</dc:title>
  <dc:subject>PptxGenJS Presentation</dc:subject>
  <dc:creator>Rod Trent</dc:creator>
  <cp:lastModifiedBy>Rod Trent</cp:lastModifiedBy>
  <cp:revision>1</cp:revision>
  <dcterms:created xsi:type="dcterms:W3CDTF">2026-07-03T18:29:12Z</dcterms:created>
  <dcterms:modified xsi:type="dcterms:W3CDTF">2026-07-03T18:29:12Z</dcterms:modified>
</cp:coreProperties>
</file>