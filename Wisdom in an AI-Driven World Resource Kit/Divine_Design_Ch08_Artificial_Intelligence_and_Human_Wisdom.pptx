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8: Artificial Intelligence and Human Wisdom. Open by welcoming the group and reading the key scripture, Proverbs 3:5-6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Smartest Tool Ever Created. Human progress has always been the story of our tools. AI is the newest and most powerful — an extension of the mind itself.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Intelligence Is Not Wisdom. Scripture prizes learning but refuses to stop there, drawing a careful line between information, understanding, and wisdom.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Solomon and the Search for Wisdom. Offered anything, Solomon asked not for wealth or power but for wisdom — an understanding heart to discern good from evil.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Tower of Babel Revisited. Babel's builders were not condemned for innovation, but for using it to exalt themselves. The warning still applies to AI.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Seduction of Convenience. AI spread so fast because it is extraordinarily convenient — and convenience, unexamined, quietly reshapes what we value and who we become.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Can AI Write a Sermon?. Technically, yes — AI can assemble a sermon. But it cannot pray, repent, love the flock, or be transformed by the text.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Wisdom Requires Character. Biblical wisdom is inseparable from character. It is not knowing more or thinking faster, but living rightly before God.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Myth of Artificial Omniscience. AI can feel like an all-knowing oracle, but it is confident, limited, and often wrong — omniscience belongs to God alone.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Christian Framework for AI. We need more than technical guidelines. Faithful use of AI requires spiritual principles that govern the disciple, not just the tool.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Fear of Being Replaced. Beneath the AI conversation runs a fear of replacement. But your value was never your output — it is the image of God in you.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Future Belongs to Wisdom. As capability accelerates, wisdom becomes more valuable, not less. The future belongs to those who know how to use the tools well.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Source of True Wisdom. 'If any of you lacks wisdom, let him ask God.' Not the smartest person or the newest model — but the generous Giver.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8</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Artificial Intelligence and Human Wisdom</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Proverbs 3:5-6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Smartest Tool Ever Created</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Intelligence Is Not Wisdom</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Solomon and the Search for Wisdom</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Tower of Babel Revisited</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Seduction of Convenience</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Can AI Write a Sermon?</a:t>
            </a:r>
            <a:endParaRPr lang="en-US" sz="1500" dirty="0"/>
          </a:p>
        </p:txBody>
      </p:sp>
      <p:sp>
        <p:nvSpPr>
          <p:cNvPr id="24" name="Shape 21"/>
          <p:cNvSpPr/>
          <p:nvPr/>
        </p:nvSpPr>
        <p:spPr>
          <a:xfrm>
            <a:off x="6355080" y="1783080"/>
            <a:ext cx="457200" cy="457200"/>
          </a:xfrm>
          <a:prstGeom prst="ellipse">
            <a:avLst/>
          </a:prstGeom>
          <a:solidFill>
            <a:srgbClr val="6B7A5E"/>
          </a:solidFill>
          <a:ln/>
        </p:spPr>
      </p:sp>
      <p:sp>
        <p:nvSpPr>
          <p:cNvPr id="25" name="Text 22"/>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Wisdom Requires Character</a:t>
            </a:r>
            <a:endParaRPr lang="en-US" sz="1500" dirty="0"/>
          </a:p>
        </p:txBody>
      </p:sp>
      <p:sp>
        <p:nvSpPr>
          <p:cNvPr id="27" name="Shape 24"/>
          <p:cNvSpPr/>
          <p:nvPr/>
        </p:nvSpPr>
        <p:spPr>
          <a:xfrm>
            <a:off x="6355080" y="2441448"/>
            <a:ext cx="457200" cy="457200"/>
          </a:xfrm>
          <a:prstGeom prst="ellipse">
            <a:avLst/>
          </a:prstGeom>
          <a:solidFill>
            <a:srgbClr val="6B7A5E"/>
          </a:solidFill>
          <a:ln/>
        </p:spPr>
      </p:sp>
      <p:sp>
        <p:nvSpPr>
          <p:cNvPr id="28" name="Text 25"/>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Myth of Artificial Omniscience</a:t>
            </a:r>
            <a:endParaRPr lang="en-US" sz="1500" dirty="0"/>
          </a:p>
        </p:txBody>
      </p:sp>
      <p:sp>
        <p:nvSpPr>
          <p:cNvPr id="30" name="Shape 27"/>
          <p:cNvSpPr/>
          <p:nvPr/>
        </p:nvSpPr>
        <p:spPr>
          <a:xfrm>
            <a:off x="6355080" y="3099816"/>
            <a:ext cx="457200" cy="457200"/>
          </a:xfrm>
          <a:prstGeom prst="ellipse">
            <a:avLst/>
          </a:prstGeom>
          <a:solidFill>
            <a:srgbClr val="6B7A5E"/>
          </a:solidFill>
          <a:ln/>
        </p:spPr>
      </p:sp>
      <p:sp>
        <p:nvSpPr>
          <p:cNvPr id="31" name="Text 28"/>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Christian Framework for AI</a:t>
            </a:r>
            <a:endParaRPr lang="en-US" sz="1500" dirty="0"/>
          </a:p>
        </p:txBody>
      </p:sp>
      <p:sp>
        <p:nvSpPr>
          <p:cNvPr id="33" name="Shape 30"/>
          <p:cNvSpPr/>
          <p:nvPr/>
        </p:nvSpPr>
        <p:spPr>
          <a:xfrm>
            <a:off x="6355080" y="3758184"/>
            <a:ext cx="457200" cy="457200"/>
          </a:xfrm>
          <a:prstGeom prst="ellipse">
            <a:avLst/>
          </a:prstGeom>
          <a:solidFill>
            <a:srgbClr val="6B7A5E"/>
          </a:solidFill>
          <a:ln/>
        </p:spPr>
      </p:sp>
      <p:sp>
        <p:nvSpPr>
          <p:cNvPr id="34" name="Text 31"/>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Fear of Being Replaced</a:t>
            </a:r>
            <a:endParaRPr lang="en-US" sz="1500" dirty="0"/>
          </a:p>
        </p:txBody>
      </p:sp>
      <p:sp>
        <p:nvSpPr>
          <p:cNvPr id="36" name="Shape 33"/>
          <p:cNvSpPr/>
          <p:nvPr/>
        </p:nvSpPr>
        <p:spPr>
          <a:xfrm>
            <a:off x="6355080" y="4416552"/>
            <a:ext cx="457200" cy="457200"/>
          </a:xfrm>
          <a:prstGeom prst="ellipse">
            <a:avLst/>
          </a:prstGeom>
          <a:solidFill>
            <a:srgbClr val="6B7A5E"/>
          </a:solidFill>
          <a:ln/>
        </p:spPr>
      </p:sp>
      <p:sp>
        <p:nvSpPr>
          <p:cNvPr id="37" name="Text 34"/>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Future Belongs to Wisdom</a:t>
            </a:r>
            <a:endParaRPr lang="en-US" sz="1500" dirty="0"/>
          </a:p>
        </p:txBody>
      </p:sp>
      <p:sp>
        <p:nvSpPr>
          <p:cNvPr id="39" name="Shape 36"/>
          <p:cNvSpPr/>
          <p:nvPr/>
        </p:nvSpPr>
        <p:spPr>
          <a:xfrm>
            <a:off x="6355080" y="5074920"/>
            <a:ext cx="457200" cy="457200"/>
          </a:xfrm>
          <a:prstGeom prst="ellipse">
            <a:avLst/>
          </a:prstGeom>
          <a:solidFill>
            <a:srgbClr val="6B7A5E"/>
          </a:solidFill>
          <a:ln/>
        </p:spPr>
      </p:sp>
      <p:sp>
        <p:nvSpPr>
          <p:cNvPr id="40" name="Text 37"/>
          <p:cNvSpPr/>
          <p:nvPr/>
        </p:nvSpPr>
        <p:spPr>
          <a:xfrm>
            <a:off x="63550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12</a:t>
            </a:r>
            <a:endParaRPr lang="en-US" sz="1500" dirty="0"/>
          </a:p>
        </p:txBody>
      </p:sp>
      <p:sp>
        <p:nvSpPr>
          <p:cNvPr id="41" name="Text 38"/>
          <p:cNvSpPr/>
          <p:nvPr/>
        </p:nvSpPr>
        <p:spPr>
          <a:xfrm>
            <a:off x="70134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Source of True Wisdom</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Proverbs 3:5-6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2400" i="1" dirty="0">
                <a:solidFill>
                  <a:srgbClr val="FBF7F0"/>
                </a:solidFill>
                <a:latin typeface="Bookman Old Style" pitchFamily="34" charset="0"/>
                <a:ea typeface="Bookman Old Style" pitchFamily="34" charset="-122"/>
                <a:cs typeface="Bookman Old Style" pitchFamily="34" charset="-120"/>
              </a:rPr>
              <a:t>"The fear of the Lord is the beginning of wisdom, and the knowledge of the Holy One is insight."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Smartest Tool Ever Created</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Human progress has always been the story of our tools. AI is the newest and most powerful — an extension of the mind itself.</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Intelligence Is Not Wisdom</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Scripture prizes learning but refuses to stop there, drawing a careful line between information, understanding, and wisdom.</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Solomon and the Search for Wisdom</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Offered anything, Solomon asked not for wealth or power but for wisdom — an understanding heart to discern good from evil.</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Tower of Babel Revisited</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Babel's builders were not condemned for innovation, but for using it to exalt themselves. The warning still applies to AI.</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Seduction of Convenience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AI spread so fast because it is extraordinarily convenient — and convenience, unexamined, quietly reshapes what we value and who we become.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Can AI Write a Sermon?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Technically, yes — AI can assemble a sermon. But it cannot pray, repent, love the flock, or be transformed by the text.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Wisdom Requires Character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Biblical wisdom is inseparable from character. It is not knowing more or thinking faster, but living rightly before God.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Myth of Artificial Omniscience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AI can feel like an all-knowing oracle, but it is confident, limited, and often wrong — omniscience belongs to God alone.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Christian Framework for AI</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We need more than technical guidelines. Faithful use of AI requires spiritual principles that govern the disciple, not just the tool.</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Fear of Being Replaced</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Beneath the AI conversation runs a fear of replacement. But your value was never your output — it is the image of God in you.</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Future Belongs to Wisdom</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As capability accelerates, wisdom becomes more valuable, not less. The future belongs to those who know how to use the tools well.</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Source of True Wisdom</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'If any of you lacks wisdom, let him ask God.' Not the smartest person or the newest model — but the generous Giver.</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would you describe the difference between intelligence and wisdom?</a:t>
            </a:r>
            <a:endParaRPr lang="en-US" sz="1300" dirty="0"/>
          </a:p>
        </p:txBody>
      </p:sp>
      <p:sp>
        <p:nvSpPr>
          <p:cNvPr id="9" name="Shape 6"/>
          <p:cNvSpPr/>
          <p:nvPr/>
        </p:nvSpPr>
        <p:spPr>
          <a:xfrm>
            <a:off x="868680" y="2852928"/>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30175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2944368"/>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tasks do you currently use AI to assist with?</a:t>
            </a:r>
            <a:endParaRPr lang="en-US" sz="1300" dirty="0"/>
          </a:p>
        </p:txBody>
      </p:sp>
      <p:sp>
        <p:nvSpPr>
          <p:cNvPr id="12" name="Shape 9"/>
          <p:cNvSpPr/>
          <p:nvPr/>
        </p:nvSpPr>
        <p:spPr>
          <a:xfrm>
            <a:off x="868680" y="3803904"/>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396849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3895344"/>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Are there areas where convenience may be replacing growth?</a:t>
            </a:r>
            <a:endParaRPr lang="en-US" sz="1300" dirty="0"/>
          </a:p>
        </p:txBody>
      </p:sp>
      <p:sp>
        <p:nvSpPr>
          <p:cNvPr id="15" name="Shape 12"/>
          <p:cNvSpPr/>
          <p:nvPr/>
        </p:nvSpPr>
        <p:spPr>
          <a:xfrm>
            <a:off x="868680" y="4754880"/>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491947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4846320"/>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can AI support your work without replacing your responsibility?</a:t>
            </a:r>
            <a:endParaRPr lang="en-US" sz="1300" dirty="0"/>
          </a:p>
        </p:txBody>
      </p:sp>
      <p:sp>
        <p:nvSpPr>
          <p:cNvPr id="18" name="Shape 15"/>
          <p:cNvSpPr/>
          <p:nvPr/>
        </p:nvSpPr>
        <p:spPr>
          <a:xfrm>
            <a:off x="6355080" y="1737360"/>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fears do you have regarding artificial intelligence?</a:t>
            </a:r>
            <a:endParaRPr lang="en-US" sz="1300" dirty="0"/>
          </a:p>
        </p:txBody>
      </p:sp>
      <p:sp>
        <p:nvSpPr>
          <p:cNvPr id="21" name="Shape 18"/>
          <p:cNvSpPr/>
          <p:nvPr/>
        </p:nvSpPr>
        <p:spPr>
          <a:xfrm>
            <a:off x="6355080" y="2688336"/>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285292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2779776"/>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does Scripture shape your understanding of wisdom?</a:t>
            </a:r>
            <a:endParaRPr lang="en-US" sz="1300" dirty="0"/>
          </a:p>
        </p:txBody>
      </p:sp>
      <p:sp>
        <p:nvSpPr>
          <p:cNvPr id="24" name="Shape 21"/>
          <p:cNvSpPr/>
          <p:nvPr/>
        </p:nvSpPr>
        <p:spPr>
          <a:xfrm>
            <a:off x="6355080" y="3639312"/>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3803904"/>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3730752"/>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practical steps can help you remain dependent upon God while using powerful tools?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2100" i="1" dirty="0">
                <a:solidFill>
                  <a:srgbClr val="FBF7F0"/>
                </a:solidFill>
                <a:latin typeface="Bookman Old Style" pitchFamily="34" charset="0"/>
                <a:ea typeface="Bookman Old Style" pitchFamily="34" charset="-122"/>
                <a:cs typeface="Bookman Old Style" pitchFamily="34" charset="-120"/>
              </a:rPr>
              <a:t>"Father, thank You for the gifts of knowledge, understanding, and innovation. Help me use technology wisely and responsibly. Protect me from placing my trust in tools rather than in You. Give me discernment to recognize the difference between intelligence and wisdom, and teach me to seek Your guidance above every other source. May every technology I use become a tool for service, stewardship, and Your glory. Through Jesus Christ, who is wisdom incarnate, I pray. Amen."</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2200" dirty="0">
                <a:solidFill>
                  <a:srgbClr val="3A342E"/>
                </a:solidFill>
                <a:latin typeface="Calibri" pitchFamily="34" charset="0"/>
                <a:ea typeface="Calibri" pitchFamily="34" charset="-122"/>
                <a:cs typeface="Calibri" pitchFamily="34" charset="-120"/>
              </a:rPr>
              <a:t>For the next seven days, apply the "Wisdom Filter" before using AI for significant tasks. Ask: Keep a journal of your observations. At the end of the week, write one paragraph answering: "How can AI help me become more effective without becoming more dependent?"</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8</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Artificial Intelligence and Human Wisdom</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8</dc:title>
  <dc:subject>PptxGenJS Presentation</dc:subject>
  <dc:creator>Rod Trent</dc:creator>
  <cp:lastModifiedBy>Rod Trent</cp:lastModifiedBy>
  <cp:revision>1</cp:revision>
  <dcterms:created xsi:type="dcterms:W3CDTF">2026-07-03T18:17:19Z</dcterms:created>
  <dcterms:modified xsi:type="dcterms:W3CDTF">2026-07-03T18:17:19Z</dcterms:modified>
</cp:coreProperties>
</file>