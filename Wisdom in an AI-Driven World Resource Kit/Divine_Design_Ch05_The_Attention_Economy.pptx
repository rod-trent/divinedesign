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The Attention Economy. Open by welcoming the group and reading the key scripture, Luke 10:38–42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Most Valuable Resource You Own. Asked to name our most valuable resource, we say money or time. But the real currency of this age is attention.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Business Model of Distraction. Most platforms don't sell you products — they sell your attention. You are not the customer; you are the product.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Martha's Modern Problem. Martha was busy with good things while Mary chose the one thing needed. Distraction is often good work crowding out presence.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Spiritual Cost of Constant Interruption. We were made for rhythms of attention and rest, not perpetual interruption — yet many rarely go minutes without a demand on focus.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Doom Scrolling and Digital Anxiety. You pick up your phone for one headline and surface an hour later, anxious and drained. The word is new; the trap is old.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Information Is Not Wisdom. Never have ordinary people held so much knowledge. But information is not wisdom, and access is not understanding.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Myth of Multitasking. We celebrate multitasking, but the mind does not truly divide — it switches, and pays a hidden tax on every switch.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the Future of Attention. Digital systems once reacted to our clicks. Increasingly they predict and shape them — engineering attention before we choose.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Jesus and the Ministry of Presence. Jesus was fully present to whoever stood before Him — never half there, never glancing past a person toward the next demand.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Be Still in a Noisy World. 'Be still, and know that I am God' cuts against everything our age prizes. For many, silence now feels like a threat.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Redeeming Your Attention. We cannot dismantle the attention economy, but we can steward our attention — reclaiming it deliberately as an act of worship.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One Thing Is Necessary. Against a culture that demands everything at once, Jesus names a single clarifying priority: one thing is necessary.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5</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The Attention Economy</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Luke 10:38–42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Most Valuable Resource You Own</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Business Model of Distraction</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Martha's Modern Problem</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Spiritual Cost of Constant Interruption</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Doom Scrolling and Digital Anxiety</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Information Is Not Wisdom</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Myth of Multitasking</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the Future of Attention</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Jesus and the Ministry of Presence</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Be Still in a Noisy World</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Redeeming Your Attention</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One Thing Is Necessary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Luke 10:38–42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"Look carefully then how you walk, not as unwise but as wise, making the best use of the time, because the days are evil."</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Most Valuable Resource You Own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Asked to name our most valuable resource, we say money or time. But the real currency of this age is attention.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Business Model of Distraction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Most platforms don't sell you products — they sell your attention. You are not the customer; you are the product.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Martha's Modern Problem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Martha was busy with good things while Mary chose the one thing needed. Distraction is often good work crowding out presence.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Spiritual Cost of Constant Interruption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were made for rhythms of attention and rest, not perpetual interruption — yet many rarely go minutes without a demand on focus.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Doom Scrolling and Digital Anxiety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You pick up your phone for one headline and surface an hour later, anxious and drained. The word is new; the trap is old.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Information Is Not Wisdom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Never have ordinary people held so much knowledge. But information is not wisdom, and access is not understanding.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Myth of Multitasking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celebrate multitasking, but the mind does not truly divide — it switches, and pays a hidden tax on every switch.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the Future of Attention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Digital systems once reacted to our clicks. Increasingly they predict and shape them — engineering attention before we choose.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Jesus and the Ministry of Presence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Jesus was fully present to whoever stood before Him — never half there, never glancing past a person toward the next demand.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Be Still in a Noisy World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'Be still, and know that I am God' cuts against everything our age prizes. For many, silence now feels like a threat.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Redeeming Your Attention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cannot dismantle the attention economy, but we can steward our attention — reclaiming it deliberately as an act of worship.</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One Thing Is Necessary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Against a culture that demands everything at once, Jesus names a single clarifying priority: one thing is necessary.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receives most of your attention each day, and what does that reveal about your priorities?</a:t>
            </a:r>
            <a:endParaRPr lang="en-US" sz="1300" dirty="0"/>
          </a:p>
        </p:txBody>
      </p:sp>
      <p:sp>
        <p:nvSpPr>
          <p:cNvPr id="9" name="Shape 6"/>
          <p:cNvSpPr/>
          <p:nvPr/>
        </p:nvSpPr>
        <p:spPr>
          <a:xfrm>
            <a:off x="8686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often do digital interruptions affect your ability to pray, study Scripture, or worship?</a:t>
            </a:r>
            <a:endParaRPr lang="en-US" sz="1300" dirty="0"/>
          </a:p>
        </p:txBody>
      </p:sp>
      <p:sp>
        <p:nvSpPr>
          <p:cNvPr id="12" name="Shape 9"/>
          <p:cNvSpPr/>
          <p:nvPr/>
        </p:nvSpPr>
        <p:spPr>
          <a:xfrm>
            <a:off x="868680" y="39684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0599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forms of media most strongly influence your emotional state, for better or worse?</a:t>
            </a:r>
            <a:endParaRPr lang="en-US" sz="1300" dirty="0"/>
          </a:p>
        </p:txBody>
      </p:sp>
      <p:sp>
        <p:nvSpPr>
          <p:cNvPr id="15" name="Shape 12"/>
          <p:cNvSpPr/>
          <p:nvPr/>
        </p:nvSpPr>
        <p:spPr>
          <a:xfrm>
            <a:off x="868680" y="5084064"/>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2486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175504"/>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you consuming far more information than wisdom? What would it look like to rebalance the two?</a:t>
            </a:r>
            <a:endParaRPr lang="en-US" sz="1300" dirty="0"/>
          </a:p>
        </p:txBody>
      </p:sp>
      <p:sp>
        <p:nvSpPr>
          <p:cNvPr id="18" name="Shape 15"/>
          <p:cNvSpPr/>
          <p:nvPr/>
        </p:nvSpPr>
        <p:spPr>
          <a:xfrm>
            <a:off x="63550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does silence currently play in your spiritual life, and what role would you like it to play?</a:t>
            </a:r>
            <a:endParaRPr lang="en-US" sz="1300" dirty="0"/>
          </a:p>
        </p:txBody>
      </p:sp>
      <p:sp>
        <p:nvSpPr>
          <p:cNvPr id="21" name="Shape 18"/>
          <p:cNvSpPr/>
          <p:nvPr/>
        </p:nvSpPr>
        <p:spPr>
          <a:xfrm>
            <a:off x="63550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do you experience the greatest digital distractions, and when are you most vulnerable to them?</a:t>
            </a:r>
            <a:endParaRPr lang="en-US" sz="1300" dirty="0"/>
          </a:p>
        </p:txBody>
      </p:sp>
      <p:sp>
        <p:nvSpPr>
          <p:cNvPr id="24" name="Shape 21"/>
          <p:cNvSpPr/>
          <p:nvPr/>
        </p:nvSpPr>
        <p:spPr>
          <a:xfrm>
            <a:off x="6355080" y="44256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5171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practical steps could help you become more attentive to God in the coming weeks?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Conduct a seven-day Attention Audit. For one full week, keep an honest record of how much time you devote to each of the following: Social media usage News consumption Entertainment time AI tool usage Scripture reading Prayer time Meaningful conversations At the end of the week, compare where your attention actually went with where you believe your priorities truly lie. The gap between the two is often the most revealing part of the exercise. Then ask yourself a pointed question: "If someone analyzed my attention patterns over this week, what would they conclude that I worship?" Finally, take one concrete step forward. Identify a single distraction to reduce and a single spiritual habit to strengthen over the next seven days, then begin. Lasting change rarely comes from sweeping resolutions; it comes from small, deliberate choices repeated until they become a way of life.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5</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The Attention Economy</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5</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