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14: Redeeming the Digital Age. Open by welcoming the group and reading the key scripture, Romans 12:2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World We Have Been Given. No one chooses their century. We inherit the world that exists — and are called to be faithful precisely here, now.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Technology Is Part of the Mission Field. Technology is a tool, yes — but also a place where people live, love, and search. That makes it part of the mission field.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Salt, Light, and Code. Salt preserves; light reveals. Those ancient metaphors still hold in a world of code — believers slowing decay and driving back darkness.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Opportunity of This Moment. The dangers are real, but so is the opportunity. Few generations have had tools this powerful for doing genuine good.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Building Instead of Complaining. Complaint is easy and costs nothing. Building alternatives demands vision, labor, and risk — and it is the better path.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Ministry of Presence. We are the most connected generation in history, and among the loneliest. The antidote is embodied, unhurried presence.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Innovation as Worship. The claim is not that technology is holy, but that creation offered back to God — built for His purposes — becomes worship.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Church and Artificial Intelligence. AI will reshape how we work, learn, and relate. The Church can afford neither panic nor indifference, but must respond with wisdom.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Kingdom Perspective. Christians engage technology with confidence because they know how the story ends — and the ending changes how we live now.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What Redemption Looks Like. Redemption is personal, but never merely personal. God's redeeming work reaches wider than the individual heart, though never narrower.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Invitation. Your moment is not an accident. God knew exactly when you would live — and invites you to redeem the digital age.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Until He Comes. Every technological era passes. We build, serve, and witness faithfully in this one — until He comes to make all things new.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Final Commission. As you close this series, remember what lies ahead and what never changes. New tools will come; the call to faithfulness remains.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14</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Redeeming the Digital Age</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Romans 12:2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World We Have Been Given</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Technology Is Part of the Mission Field</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Salt, Light, and Code</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Opportunity of This Moment</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Building Instead of Complaining</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Ministry of Presence</a:t>
            </a:r>
            <a:endParaRPr lang="en-US" sz="1500" dirty="0"/>
          </a:p>
        </p:txBody>
      </p:sp>
      <p:sp>
        <p:nvSpPr>
          <p:cNvPr id="24" name="Shape 21"/>
          <p:cNvSpPr/>
          <p:nvPr/>
        </p:nvSpPr>
        <p:spPr>
          <a:xfrm>
            <a:off x="868680" y="5733288"/>
            <a:ext cx="457200" cy="457200"/>
          </a:xfrm>
          <a:prstGeom prst="ellipse">
            <a:avLst/>
          </a:prstGeom>
          <a:solidFill>
            <a:srgbClr val="6B7A5E"/>
          </a:solidFill>
          <a:ln/>
        </p:spPr>
      </p:sp>
      <p:sp>
        <p:nvSpPr>
          <p:cNvPr id="25" name="Text 22"/>
          <p:cNvSpPr/>
          <p:nvPr/>
        </p:nvSpPr>
        <p:spPr>
          <a:xfrm>
            <a:off x="868680" y="573328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1527048" y="570585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Innovation as Worship</a:t>
            </a:r>
            <a:endParaRPr lang="en-US" sz="1500" dirty="0"/>
          </a:p>
        </p:txBody>
      </p:sp>
      <p:sp>
        <p:nvSpPr>
          <p:cNvPr id="27" name="Shape 24"/>
          <p:cNvSpPr/>
          <p:nvPr/>
        </p:nvSpPr>
        <p:spPr>
          <a:xfrm>
            <a:off x="6355080" y="1783080"/>
            <a:ext cx="457200" cy="457200"/>
          </a:xfrm>
          <a:prstGeom prst="ellipse">
            <a:avLst/>
          </a:prstGeom>
          <a:solidFill>
            <a:srgbClr val="6B7A5E"/>
          </a:solidFill>
          <a:ln/>
        </p:spPr>
      </p:sp>
      <p:sp>
        <p:nvSpPr>
          <p:cNvPr id="28" name="Text 25"/>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Church and Artificial Intelligence</a:t>
            </a:r>
            <a:endParaRPr lang="en-US" sz="1500" dirty="0"/>
          </a:p>
        </p:txBody>
      </p:sp>
      <p:sp>
        <p:nvSpPr>
          <p:cNvPr id="30" name="Shape 27"/>
          <p:cNvSpPr/>
          <p:nvPr/>
        </p:nvSpPr>
        <p:spPr>
          <a:xfrm>
            <a:off x="6355080" y="2441448"/>
            <a:ext cx="457200" cy="457200"/>
          </a:xfrm>
          <a:prstGeom prst="ellipse">
            <a:avLst/>
          </a:prstGeom>
          <a:solidFill>
            <a:srgbClr val="6B7A5E"/>
          </a:solidFill>
          <a:ln/>
        </p:spPr>
      </p:sp>
      <p:sp>
        <p:nvSpPr>
          <p:cNvPr id="31" name="Text 28"/>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Kingdom Perspective</a:t>
            </a:r>
            <a:endParaRPr lang="en-US" sz="1500" dirty="0"/>
          </a:p>
        </p:txBody>
      </p:sp>
      <p:sp>
        <p:nvSpPr>
          <p:cNvPr id="33" name="Shape 30"/>
          <p:cNvSpPr/>
          <p:nvPr/>
        </p:nvSpPr>
        <p:spPr>
          <a:xfrm>
            <a:off x="6355080" y="3099816"/>
            <a:ext cx="457200" cy="457200"/>
          </a:xfrm>
          <a:prstGeom prst="ellipse">
            <a:avLst/>
          </a:prstGeom>
          <a:solidFill>
            <a:srgbClr val="6B7A5E"/>
          </a:solidFill>
          <a:ln/>
        </p:spPr>
      </p:sp>
      <p:sp>
        <p:nvSpPr>
          <p:cNvPr id="34" name="Text 31"/>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What Redemption Looks Like</a:t>
            </a:r>
            <a:endParaRPr lang="en-US" sz="1500" dirty="0"/>
          </a:p>
        </p:txBody>
      </p:sp>
      <p:sp>
        <p:nvSpPr>
          <p:cNvPr id="36" name="Shape 33"/>
          <p:cNvSpPr/>
          <p:nvPr/>
        </p:nvSpPr>
        <p:spPr>
          <a:xfrm>
            <a:off x="6355080" y="3758184"/>
            <a:ext cx="457200" cy="457200"/>
          </a:xfrm>
          <a:prstGeom prst="ellipse">
            <a:avLst/>
          </a:prstGeom>
          <a:solidFill>
            <a:srgbClr val="6B7A5E"/>
          </a:solidFill>
          <a:ln/>
        </p:spPr>
      </p:sp>
      <p:sp>
        <p:nvSpPr>
          <p:cNvPr id="37" name="Text 34"/>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Invitation</a:t>
            </a:r>
            <a:endParaRPr lang="en-US" sz="1500" dirty="0"/>
          </a:p>
        </p:txBody>
      </p:sp>
      <p:sp>
        <p:nvSpPr>
          <p:cNvPr id="39" name="Shape 36"/>
          <p:cNvSpPr/>
          <p:nvPr/>
        </p:nvSpPr>
        <p:spPr>
          <a:xfrm>
            <a:off x="6355080" y="4416552"/>
            <a:ext cx="457200" cy="457200"/>
          </a:xfrm>
          <a:prstGeom prst="ellipse">
            <a:avLst/>
          </a:prstGeom>
          <a:solidFill>
            <a:srgbClr val="6B7A5E"/>
          </a:solidFill>
          <a:ln/>
        </p:spPr>
      </p:sp>
      <p:sp>
        <p:nvSpPr>
          <p:cNvPr id="40" name="Text 37"/>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Until He Comes</a:t>
            </a:r>
            <a:endParaRPr lang="en-US" sz="1500" dirty="0"/>
          </a:p>
        </p:txBody>
      </p:sp>
      <p:sp>
        <p:nvSpPr>
          <p:cNvPr id="42" name="Shape 39"/>
          <p:cNvSpPr/>
          <p:nvPr/>
        </p:nvSpPr>
        <p:spPr>
          <a:xfrm>
            <a:off x="6355080" y="5074920"/>
            <a:ext cx="457200" cy="457200"/>
          </a:xfrm>
          <a:prstGeom prst="ellipse">
            <a:avLst/>
          </a:prstGeom>
          <a:solidFill>
            <a:srgbClr val="6B7A5E"/>
          </a:solidFill>
          <a:ln/>
        </p:spPr>
      </p:sp>
      <p:sp>
        <p:nvSpPr>
          <p:cNvPr id="43" name="Text 40"/>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13</a:t>
            </a:r>
            <a:endParaRPr lang="en-US" sz="1500" dirty="0"/>
          </a:p>
        </p:txBody>
      </p:sp>
      <p:sp>
        <p:nvSpPr>
          <p:cNvPr id="44" name="Text 41"/>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Final Commission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Romans 12:2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"For by him all things were created, in heaven and on earth, visible and invisible, whether thrones or dominions or rulers or authorities, all things were created through him and for him. And he is before all things, and in him all things hold together."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World We Have Been Given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No one chooses their century. We inherit the world that exists — and are called to be faithful precisely here, now.</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Technology Is Part of the Mission Field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Technology is a tool, yes — but also a place where people live, love, and search. That makes it part of the mission field.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Salt, Light, and Code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Salt preserves; light reveals. Those ancient metaphors still hold in a world of code — believers slowing decay and driving back darkness.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Opportunity of This Moment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The dangers are real, but so is the opportunity. Few generations have had tools this powerful for doing genuine good.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Building Instead of Complaining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Complaint is easy and costs nothing. Building alternatives demands vision, labor, and risk — and it is the better path.</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Ministry of Presence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are the most connected generation in history, and among the loneliest. The antidote is embodied, unhurried presence.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Innovation as Worship</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claim is not that technology is holy, but that creation offered back to God — built for His purposes — becomes worship.</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Church and Artificial Intelligence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will reshape how we work, learn, and relate. The Church can afford neither panic nor indifference, but must respond with wisdom.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Kingdom Perspective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Christians engage technology with confidence because they know how the story ends — and the ending changes how we live now.</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What Redemption Looks Like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Redemption is personal, but never merely personal. God's redeeming work reaches wider than the individual heart, though never narrower.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Invitation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Your moment is not an accident. God knew exactly when you would live — and invites you to redeem the digital age.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Until He Comes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technological era passes. We build, serve, and witness faithfully in this one — until He comes to make all things new.</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Final Commission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As you close this series, remember what lies ahead and what never changes. New tools will come; the call to faithfulness remains.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role has technology played in your spiritual life, drawing you nearer to God, pulling you away from Him, or some honest mixture of both?</a:t>
            </a:r>
            <a:endParaRPr lang="en-US" sz="1300" dirty="0"/>
          </a:p>
        </p:txBody>
      </p:sp>
      <p:sp>
        <p:nvSpPr>
          <p:cNvPr id="9" name="Shape 6"/>
          <p:cNvSpPr/>
          <p:nvPr/>
        </p:nvSpPr>
        <p:spPr>
          <a:xfrm>
            <a:off x="8686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you use your specific skills, gifts, and position to serve God's Kingdom in ways that others cannot?</a:t>
            </a:r>
            <a:endParaRPr lang="en-US" sz="1300" dirty="0"/>
          </a:p>
        </p:txBody>
      </p:sp>
      <p:sp>
        <p:nvSpPr>
          <p:cNvPr id="12" name="Shape 9"/>
          <p:cNvSpPr/>
          <p:nvPr/>
        </p:nvSpPr>
        <p:spPr>
          <a:xfrm>
            <a:off x="868680" y="44256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5171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opportunities for ministry already exist within the digital environments you inhabit each day?</a:t>
            </a:r>
            <a:endParaRPr lang="en-US" sz="1300" dirty="0"/>
          </a:p>
        </p:txBody>
      </p:sp>
      <p:sp>
        <p:nvSpPr>
          <p:cNvPr id="15" name="Shape 12"/>
          <p:cNvSpPr/>
          <p:nvPr/>
        </p:nvSpPr>
        <p:spPr>
          <a:xfrm>
            <a:off x="868680" y="576986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9344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86130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Christians influence technology culture positively rather than merely reacting to it?</a:t>
            </a:r>
            <a:endParaRPr lang="en-US" sz="1300" dirty="0"/>
          </a:p>
        </p:txBody>
      </p:sp>
      <p:sp>
        <p:nvSpPr>
          <p:cNvPr id="18" name="Shape 15"/>
          <p:cNvSpPr/>
          <p:nvPr/>
        </p:nvSpPr>
        <p:spPr>
          <a:xfrm>
            <a:off x="63550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does redemption look like in your particular profession or field of work?</a:t>
            </a:r>
            <a:endParaRPr lang="en-US" sz="1300" dirty="0"/>
          </a:p>
        </p:txBody>
      </p:sp>
      <p:sp>
        <p:nvSpPr>
          <p:cNvPr id="21" name="Shape 18"/>
          <p:cNvSpPr/>
          <p:nvPr/>
        </p:nvSpPr>
        <p:spPr>
          <a:xfrm>
            <a:off x="6355080" y="2852928"/>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944368"/>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has this book changed the way you think about artificial intelligence and technology?</a:t>
            </a:r>
            <a:endParaRPr lang="en-US" sz="1300" dirty="0"/>
          </a:p>
        </p:txBody>
      </p:sp>
      <p:sp>
        <p:nvSpPr>
          <p:cNvPr id="24" name="Shape 21"/>
          <p:cNvSpPr/>
          <p:nvPr/>
        </p:nvSpPr>
        <p:spPr>
          <a:xfrm>
            <a:off x="6355080" y="396849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1330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05993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specific action is God calling you to take as you move forward from here?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1700" i="1" dirty="0">
                <a:solidFill>
                  <a:srgbClr val="FBF7F0"/>
                </a:solidFill>
                <a:latin typeface="Bookman Old Style" pitchFamily="34" charset="0"/>
                <a:ea typeface="Bookman Old Style" pitchFamily="34" charset="-122"/>
                <a:cs typeface="Bookman Old Style" pitchFamily="34" charset="-120"/>
              </a:rPr>
              <a:t>"Father, thank You for allowing me to live in this unique moment in history. Of all the ages You could have appointed for my days, You chose this one, and I trust that You did so with purpose. Thank You for the gifts of creativity, innovation, and technology, and for the countless ways they reflect Your own creative nature. Help me to steward these gifts faithfully, never treating them as my own achievement but always as a trust received from Your hand. Teach me to use technology wisely, to build responsibly, to serve others selflessly, and to point people toward Jesus consistently in everything I make and share. Guard me where I am weak. Protect me from fear that paralyzes, from pride that corrupts, from distraction that scatters my attention, and from idolatry that would set anything above You. Keep my heart anchored in You even as the world around me changes at a dizzying pace. May my work, my influence, my relationships, and my use of technology reflect Your Kingdom and its values. Make me an instrument of redemption in the digital age, a bearer of truth, hope, and wisdom in the spaces where I live and labor, until Christ returns. In His name I pray. Amen."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Reading about faithfulness is not the same as living it. To move this chapter from reflection into practice, create your own personal Digital Stewardship Covenant, a written commitment, in your own words, that names how you intend to carry your faith into the digital age. Complete each of the statements below, then keep the finished covenant somewhere you will see it often. I Will Guard...,,, My heart My attention My integrity My witness I Will Use Technology To...,,,,,,, Serve others Pursue truth Build community Glorify God I Will Remember...,,,, Technology is a tool, not a savior. Intelligence is not wisdom. Productivity is not identity. Influence is not purpose. Christ is my ultimate hope. When you have completed the statements, sign and date the covenant as a tangible mark of your commitment. Review it monthly, allowing it to recalibrate your habits and priorities. And as you review it, ask God regularly: "How can I participate in Your redemptive work in the digital age?"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14</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Redeeming the Digital Age</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14</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