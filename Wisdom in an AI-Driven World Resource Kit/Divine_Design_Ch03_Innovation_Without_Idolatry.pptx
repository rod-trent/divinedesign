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Innovation Without Idolatry. Open by welcoming the group and reading the key scripture, Exodus 20:3-4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Golden Calf Had a Purpose. We picture idolatry as ancient statues in a museum and congratulate ourselves for outgrowing it. That is the misunderstanding.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What Is an Idol?. An idol is not merely a carved image — it is anything that takes the place in our hearts that belongs to God alone.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New Digital Gods. Every culture's gods mirror its longings. Ours are productivity, information, and influence — worshiped without a single altar.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Productivity as a False Savior. Few idols are as celebrated as productivity. We build careers and identities around it — and let it define our worth.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Artificial Intelligence and the Illusion of Omniscience. AI answers instantly, and the reflex has formed fast. We risk treating a tool as an all-knowing oracle to consult.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Gospel According to Technology. Every idol makes promises. Modern idols rarely sound evil — they simply offer connection, ease, and control we already want.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Idol of Influence. For most of history influence belonged to a few. Now everyone has a platform — and the audience can become a god.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Why Idols Always Disappoint. Every idol eventually fails. It is an iron law: whatever we trust to hold us up will finally give way beneath us.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Technology Test. Idolatry is subtle, so we must examine our hearts. Has technology quietly moved from servant to master in your life?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Using Technology Without Worshiping It. Faithfulness is not suspicion or retreat. God never asks us to reject technology — only to keep it in its place.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Better Savior. Every idol competes with Christ for the place only He can hold. He is the better Savior no upgrade can replace.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3</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Innovation Without Idolatry</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Exodus 20:3-4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Golden Calf Had a Purpose</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What Is an Idol?</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New Digital Gods</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Productivity as a False Savior</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Artificial Intelligence and the Illusion of Omniscience</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Gospel According to Technology</a:t>
            </a:r>
            <a:endParaRPr lang="en-US" sz="1500" dirty="0"/>
          </a:p>
        </p:txBody>
      </p:sp>
      <p:sp>
        <p:nvSpPr>
          <p:cNvPr id="24" name="Shape 21"/>
          <p:cNvSpPr/>
          <p:nvPr/>
        </p:nvSpPr>
        <p:spPr>
          <a:xfrm>
            <a:off x="6355080" y="1783080"/>
            <a:ext cx="457200" cy="457200"/>
          </a:xfrm>
          <a:prstGeom prst="ellipse">
            <a:avLst/>
          </a:prstGeom>
          <a:solidFill>
            <a:srgbClr val="6B7A5E"/>
          </a:solidFill>
          <a:ln/>
        </p:spPr>
      </p:sp>
      <p:sp>
        <p:nvSpPr>
          <p:cNvPr id="25" name="Text 22"/>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Idol of Influence</a:t>
            </a:r>
            <a:endParaRPr lang="en-US" sz="1500" dirty="0"/>
          </a:p>
        </p:txBody>
      </p:sp>
      <p:sp>
        <p:nvSpPr>
          <p:cNvPr id="27" name="Shape 24"/>
          <p:cNvSpPr/>
          <p:nvPr/>
        </p:nvSpPr>
        <p:spPr>
          <a:xfrm>
            <a:off x="6355080" y="2441448"/>
            <a:ext cx="457200" cy="457200"/>
          </a:xfrm>
          <a:prstGeom prst="ellipse">
            <a:avLst/>
          </a:prstGeom>
          <a:solidFill>
            <a:srgbClr val="6B7A5E"/>
          </a:solidFill>
          <a:ln/>
        </p:spPr>
      </p:sp>
      <p:sp>
        <p:nvSpPr>
          <p:cNvPr id="28" name="Text 25"/>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Why Idols Always Disappoint</a:t>
            </a:r>
            <a:endParaRPr lang="en-US" sz="1500" dirty="0"/>
          </a:p>
        </p:txBody>
      </p:sp>
      <p:sp>
        <p:nvSpPr>
          <p:cNvPr id="30" name="Shape 27"/>
          <p:cNvSpPr/>
          <p:nvPr/>
        </p:nvSpPr>
        <p:spPr>
          <a:xfrm>
            <a:off x="6355080" y="3099816"/>
            <a:ext cx="457200" cy="457200"/>
          </a:xfrm>
          <a:prstGeom prst="ellipse">
            <a:avLst/>
          </a:prstGeom>
          <a:solidFill>
            <a:srgbClr val="6B7A5E"/>
          </a:solidFill>
          <a:ln/>
        </p:spPr>
      </p:sp>
      <p:sp>
        <p:nvSpPr>
          <p:cNvPr id="31" name="Text 28"/>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Technology Test</a:t>
            </a:r>
            <a:endParaRPr lang="en-US" sz="1500" dirty="0"/>
          </a:p>
        </p:txBody>
      </p:sp>
      <p:sp>
        <p:nvSpPr>
          <p:cNvPr id="33" name="Shape 30"/>
          <p:cNvSpPr/>
          <p:nvPr/>
        </p:nvSpPr>
        <p:spPr>
          <a:xfrm>
            <a:off x="6355080" y="3758184"/>
            <a:ext cx="457200" cy="457200"/>
          </a:xfrm>
          <a:prstGeom prst="ellipse">
            <a:avLst/>
          </a:prstGeom>
          <a:solidFill>
            <a:srgbClr val="6B7A5E"/>
          </a:solidFill>
          <a:ln/>
        </p:spPr>
      </p:sp>
      <p:sp>
        <p:nvSpPr>
          <p:cNvPr id="34" name="Text 31"/>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Using Technology Without Worshiping It</a:t>
            </a:r>
            <a:endParaRPr lang="en-US" sz="1500" dirty="0"/>
          </a:p>
        </p:txBody>
      </p:sp>
      <p:sp>
        <p:nvSpPr>
          <p:cNvPr id="36" name="Shape 33"/>
          <p:cNvSpPr/>
          <p:nvPr/>
        </p:nvSpPr>
        <p:spPr>
          <a:xfrm>
            <a:off x="6355080" y="4416552"/>
            <a:ext cx="457200" cy="457200"/>
          </a:xfrm>
          <a:prstGeom prst="ellipse">
            <a:avLst/>
          </a:prstGeom>
          <a:solidFill>
            <a:srgbClr val="6B7A5E"/>
          </a:solidFill>
          <a:ln/>
        </p:spPr>
      </p:sp>
      <p:sp>
        <p:nvSpPr>
          <p:cNvPr id="37" name="Text 34"/>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Better Savior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Exodus 20:3-4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100" i="1" dirty="0">
                <a:solidFill>
                  <a:srgbClr val="FBF7F0"/>
                </a:solidFill>
                <a:latin typeface="Bookman Old Style" pitchFamily="34" charset="0"/>
                <a:ea typeface="Bookman Old Style" pitchFamily="34" charset="-122"/>
                <a:cs typeface="Bookman Old Style" pitchFamily="34" charset="-120"/>
              </a:rPr>
              <a:t>"Thus says the Lord: 'Cursed is the man who trusts in man and makes flesh his strength, whose heart turns away from the Lord. He is like a shrub in the desert, and shall not see any good come. ... Blessed is the man who trusts in the Lord, whose trust is the Lord. He is like a tree planted by water, that sends out its roots by the stream.'"</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Golden Calf Had a Purpose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We picture idolatry as ancient statues in a museum and congratulate ourselves for outgrowing it. That is the misunderstanding.</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What Is an Idol?</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An idol is not merely a carved image — it is anything that takes the place in our hearts that belongs to God alone.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New Digital Gods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Every culture's gods mirror its longings. Ours are productivity, information, and influence — worshiped without a single altar.</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Productivity as a False Savior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Few idols are as celebrated as productivity. We build careers and identities around it — and let it define our worth.</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Artificial Intelligence and the Illusion of Omniscience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AI answers instantly, and the reflex has formed fast. We risk treating a tool as an all-knowing oracle to consult.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Gospel According to Technology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Every idol makes promises. Modern idols rarely sound evil — they simply offer connection, ease, and control we already want.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Idol of Influence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For most of history influence belonged to a few. Now everyone has a platform — and the audience can become a god.</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Why Idols Always Disappoint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Every idol eventually fails. It is an iron law: whatever we trust to hold us up will finally give way beneath us.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Technology Test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Idolatry is subtle, so we must examine our hearts. Has technology quietly moved from servant to master in your life?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Using Technology Without Worshiping It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Faithfulness is not suspicion or retreat. God never asks us to reject technology — only to keep it in its place.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11</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Better Savior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Every idol competes with Christ for the place only He can hold. He is the better Savior no upgrade can replace.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role does technology play in your sense of security?</a:t>
            </a:r>
            <a:endParaRPr lang="en-US" sz="1300" dirty="0"/>
          </a:p>
        </p:txBody>
      </p:sp>
      <p:sp>
        <p:nvSpPr>
          <p:cNvPr id="9" name="Shape 6"/>
          <p:cNvSpPr/>
          <p:nvPr/>
        </p:nvSpPr>
        <p:spPr>
          <a:xfrm>
            <a:off x="868680" y="268833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285292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277977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Have you ever looked to productivity for your identity or sense of worth?</a:t>
            </a:r>
            <a:endParaRPr lang="en-US" sz="1300" dirty="0"/>
          </a:p>
        </p:txBody>
      </p:sp>
      <p:sp>
        <p:nvSpPr>
          <p:cNvPr id="12" name="Shape 9"/>
          <p:cNvSpPr/>
          <p:nvPr/>
        </p:nvSpPr>
        <p:spPr>
          <a:xfrm>
            <a:off x="868680" y="3803904"/>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396849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3895344"/>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digital habits reveal where your trust is actually placed?</a:t>
            </a:r>
            <a:endParaRPr lang="en-US" sz="1300" dirty="0"/>
          </a:p>
        </p:txBody>
      </p:sp>
      <p:sp>
        <p:nvSpPr>
          <p:cNvPr id="15" name="Shape 12"/>
          <p:cNvSpPr/>
          <p:nvPr/>
        </p:nvSpPr>
        <p:spPr>
          <a:xfrm>
            <a:off x="868680" y="4919472"/>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084064"/>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010912"/>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might artificial intelligence become a substitute for wisdom rather than a tool for learning?</a:t>
            </a:r>
            <a:endParaRPr lang="en-US" sz="1300" dirty="0"/>
          </a:p>
        </p:txBody>
      </p:sp>
      <p:sp>
        <p:nvSpPr>
          <p:cNvPr id="18" name="Shape 15"/>
          <p:cNvSpPr/>
          <p:nvPr/>
        </p:nvSpPr>
        <p:spPr>
          <a:xfrm>
            <a:off x="63550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Are there technologies you rely upon more readily than you turn to prayer?</a:t>
            </a:r>
            <a:endParaRPr lang="en-US" sz="1300" dirty="0"/>
          </a:p>
        </p:txBody>
      </p:sp>
      <p:sp>
        <p:nvSpPr>
          <p:cNvPr id="21" name="Shape 18"/>
          <p:cNvSpPr/>
          <p:nvPr/>
        </p:nvSpPr>
        <p:spPr>
          <a:xfrm>
            <a:off x="6355080" y="2852928"/>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2944368"/>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promises does modern culture make about technology?</a:t>
            </a:r>
            <a:endParaRPr lang="en-US" sz="1300" dirty="0"/>
          </a:p>
        </p:txBody>
      </p:sp>
      <p:sp>
        <p:nvSpPr>
          <p:cNvPr id="24" name="Shape 21"/>
          <p:cNvSpPr/>
          <p:nvPr/>
        </p:nvSpPr>
        <p:spPr>
          <a:xfrm>
            <a:off x="6355080" y="3803904"/>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396849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3895344"/>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Which of those promises belong to God alone?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1900" i="1" dirty="0">
                <a:solidFill>
                  <a:srgbClr val="FBF7F0"/>
                </a:solidFill>
                <a:latin typeface="Bookman Old Style" pitchFamily="34" charset="0"/>
                <a:ea typeface="Bookman Old Style" pitchFamily="34" charset="-122"/>
                <a:cs typeface="Bookman Old Style" pitchFamily="34" charset="-120"/>
              </a:rPr>
              <a:t>"Father, reveal any idols that have quietly taken root in my heart. Help me to recognize the places where I have placed my trust in technology, achievement, productivity, or influence instead of in You. Thank You for every good gift You have provided, including the tools and opportunities of the digital age; they are evidence of Your kindness. Teach me to use them wisely, holding them with open hands, without ever allowing them to become objects of worship. Where I have made a servant into a master, set me free. May my confidence rest in Christ alone, and may every part of my life, my work, my words, and my quiet moments, reflect a settled trust in Your goodness, Your wisdom, and Your sovereignty. Through Jesus Christ, my Lord and Savior. Amen."</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1800" dirty="0">
                <a:solidFill>
                  <a:srgbClr val="3A342E"/>
                </a:solidFill>
                <a:latin typeface="Calibri" pitchFamily="34" charset="0"/>
                <a:ea typeface="Calibri" pitchFamily="34" charset="-122"/>
                <a:cs typeface="Calibri" pitchFamily="34" charset="-120"/>
              </a:rPr>
              <a:t>This week, conduct a personal "Idol Audit." The goal is not to manufacture guilt but to gain clarity, to see honestly where your instincts lead when life presses on you. For seven days, pay close attention to the very first place you turn when you encounter any of the following: Stress Uncertainty Loneliness Boredom Anxiety When these moments come, watch your reflexes. Do you immediately turn to prayer and to God? Or do you instinctively reach for your phone, your work, social media, your AI tools, entertainment, or your productivity systems? Notice the pattern without rushing to judge it. Record your observations each day, and ask God to reveal where misplaced trust may have quietly settled. Then bring what you discover back to Him, trusting that He reveals our idols not to shame us but to free us. Finally, pray Psalm 20:7 over yourself every day this week, letting its words slowly reshape where your confidence rests: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3</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Innovation Without Idolatry</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3</dc:title>
  <dc:subject>PptxGenJS Presentation</dc:subject>
  <dc:creator>Rod Trent</dc:creator>
  <cp:lastModifiedBy>Rod Trent</cp:lastModifiedBy>
  <cp:revision>1</cp:revision>
  <dcterms:created xsi:type="dcterms:W3CDTF">2026-07-03T18:17:18Z</dcterms:created>
  <dcterms:modified xsi:type="dcterms:W3CDTF">2026-07-03T18:17:18Z</dcterms:modified>
</cp:coreProperties>
</file>