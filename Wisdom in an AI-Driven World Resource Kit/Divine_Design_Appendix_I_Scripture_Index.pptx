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6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5A6B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12161520" cy="1508760"/>
          </a:xfrm>
          <a:prstGeom prst="rect">
            <a:avLst/>
          </a:prstGeom>
          <a:solidFill>
            <a:srgbClr val="3E4A33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685800"/>
            <a:ext cx="1965960" cy="1965960"/>
          </a:xfrm>
          <a:prstGeom prst="ellipse">
            <a:avLst/>
          </a:prstGeom>
          <a:solidFill>
            <a:srgbClr val="3E4A33"/>
          </a:solidFill>
          <a:ln w="19050">
            <a:solidFill>
              <a:srgbClr val="C9A1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133856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DESIGN FOR THE DIGITAL 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Resource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Appendix I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Scripture Index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Bible Passages for Digital Discipleship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68680" y="2011680"/>
            <a:ext cx="1042416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17320" y="2331720"/>
            <a:ext cx="9326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book is not ultimately about technology; it is about discipleship. Technology sets the context, but Scripture provides the foundation. These passages, grouped by theme, anchor every chapter of the study.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Creation, Creativity, and Stewardship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passages  ·  Theme 1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Genesis 1:26-28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beings are created in the image of God and entrusted with responsibility over creati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Genesis 2:15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placed humanity in the garden to work it and keep 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Exodus 31:1-5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gifted Bezalel with skill, intelligence, knowledge, and craftsmanship.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Pride, Idolatry, and False Hope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passages  ·  Theme 2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Genesis 11:1-9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Tower of Babel reveals the danger of innovation pursued for human glory apart from God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Exodus 20:3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shall have no other gods before me." Use for: Idolatry Misplaced trust Worship Techno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305409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Psalm 20:7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 trust in chariots and some in horses, but we trust in the name of the Lord our God."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5138928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88720" y="51389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Proverbs 16:18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5138928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"Pride goes before destruction, and a haughty spirit before a fall." Use for: Humility Inn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149840" y="513892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Wisdom and Discernment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passages  ·  Theme 3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Proverbs 1:7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fear of the Lord is the beginning of knowledge." Use for: Biblical wisdom Learning Hu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889504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88720" y="288950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Proverbs 3:5-6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23360" y="2889504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in the Lord with all your heart..." Use for: Guidance Dependence Decision-making Su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49840" y="2889504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767328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88720" y="376732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Proverbs 4:23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023360" y="3767328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your heart with all vigilance..." Use for: Zero-trust heart Digital temptation Atten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49840" y="376732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68680" y="4645152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88720" y="464515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Proverbs 9:10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23360" y="4645152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fear of the Lord is the beginning of wisdom..." Use for: AI and wisdom Discernment Hu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49840" y="46451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68680" y="5522976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8720" y="552297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James 1:5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023360" y="5522976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any of you lacks wisdom, let him ask God..." Use for: Decision-making AI ethics Uncert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49840" y="5522976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Truth, Speech, and Online Witness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passages  ·  Theme 4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John 8:31-32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truth will set you free." Use for: Truth Algorithms Misinformation Freedom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889504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288950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Ephesians 4:15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2889504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"Speaking the truth in love..." Use for: Online speech Grace and truth Christian witness 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2889504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3767328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376732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Ephesians 4:29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3767328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no corrupting talk come out of your mouths..." Use for: Social media Comments Digital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4645152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88720" y="464515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Colossians 4:6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23360" y="4645152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your speech always be gracious..." Use for: Online witness Apologetics Conversations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49840" y="46451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68680" y="5522976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8720" y="552297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Peter 3:15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023360" y="5522976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being prepared to make a defense..." Use for: Apologetics Evangelism Hope Gentlene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49840" y="5522976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Attention, Distraction, and the Heart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passages  ·  Theme 5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Psalm 46:10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still, and know that I am God." Use for: Silence Digital Sabbath Distraction Prayer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889504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288950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Luke 10:38-42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2889504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and Martha reveal the difference between distraction and devotion.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2889504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3767328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376732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Romans 12:2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3767328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be conformed to this world..." Use for: Digital formation Entertainment Discernmen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4645152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88720" y="464515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Philippians 4:8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23360" y="4645152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"Whatever is true...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49840" y="46451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68680" y="5522976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8720" y="552297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Colossians 3:2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023360" y="5522976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your minds on things that are above..." Use for: Attention Worship Priorities Spiritu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49840" y="5522976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Work, Calling, and Productivity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passages  ·  Theme 6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Colossians 3:23-24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"Whatever you do, work heartily, as for the Lord..." Use for: Work as worship Technology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Corinthians 10:31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"Whatever you do, do all to the glory of God." Use for: Digital habits Work Creativity Ste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305409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 and Chapter 14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Ephesians 6:7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"Rendering service with a good will as to the Lord..." Use for: Professional life Service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5138928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88720" y="51389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Peter 4:10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5138928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each has received a gift, use it to serve one another..." Use for: Skills Technology 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149840" y="513892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Rest, Limits, and Sabbath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passages  ·  Theme 7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Exodus 20:8-11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"Remember the Sabbath day, to keep it holy." Use for: Rest Limits Digital Sabbath Trust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Mark 2:27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Sabbath was made for man..." Use for: Grace Human limits Rest as gift Sabbath practic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305409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Matthew 11:28-30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 to me, all who labor and are heavy laden..." Use for: Burnout Rest Anxiety Christ-ce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5138928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88720" y="51389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Hebrews 4:9-10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5138928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remains a Sabbath rest for the people of God..." Use for: Rest Hope Completion Trus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Temptation, Integrity, and Accountability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passages  ·  Theme 8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James 1:14-15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person is tempted when he is lured and enticed..." Use for: Digital temptation Sin 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Corinthians 10:13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"God is faithful, and he will not let you be tempted beyond your ability..." Use for: Temp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305409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Matthew 5:29-30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teaches radical seriousness about sin.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5138928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88720" y="51389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Psalm 139:23-24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5138928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"Search me, O God..." Use for: Self-examination Technology audit Repentance Heart evaluati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 Dignity, Justice, and Protection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passages  ·  Theme 9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Genesis 1:27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God created man in his own image..." Use for: Human dignity AI ethics Privacy Personho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Micah 6:8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justice, and to love kindness, and to walk humbly..." Use for: Responsible innovation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49840" y="305409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Luke 12:48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to whom much was given, of him much will be required..." Use for: Power Responsi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Mission, Witness, and Discipleship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passages  ·  Theme 10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Matthew 5:14-16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the light of the world." Use for: Online witness Public faith Influence Good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2011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3054096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054096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Matthew 28:19-20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305409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therefore and make disciples..." Use for: Digital discipleship Evangelism Mission Chur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305409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4096512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88720" y="409651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Corinthians 5:20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23360" y="409651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ambassadors for Christ..." Use for: Digital witness Representation Christian condu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40965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5138928"/>
            <a:ext cx="10424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88720" y="51389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Hebrews 10:24-25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5138928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"Stir up one another to love and good works..." Use for: Community Small groups Encouragem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051560" cy="1051560"/>
          </a:xfrm>
          <a:prstGeom prst="ellipse">
            <a:avLst/>
          </a:prstGeom>
          <a:solidFill>
            <a:srgbClr val="5A6B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326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21792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E4A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Hope and the Future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30552" y="129844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passages  ·  Theme 11 of 11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2011680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201168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Romans 8:18-25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2011680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groans while awaiting redemption.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889504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88720" y="2889504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Romans 15:13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23360" y="2889504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 the God of hope fill you with all joy and peace..." Use for: Hope Trust Future uncert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49840" y="2889504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767328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88720" y="376732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Colossians 1:16-17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023360" y="3767328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things were created through him and for him...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49840" y="376732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 and Chapter 13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68680" y="4645152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88720" y="464515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Hebrews 13:8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23360" y="4645152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"Jesus Christ is the same yesterday and today and forever." Use for: Stability Change Digi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49840" y="4645152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68680" y="5522976"/>
            <a:ext cx="10424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8720" y="5522976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Revelation 21:1-5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023360" y="5522976"/>
            <a:ext cx="6309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makes all things new.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49840" y="5522976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4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3E4A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BF9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Scripture Index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will keep changing.  The wisdom to navigate it faithfully will not.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Divine Design — Appendix I</dc:title>
  <dc:subject>PptxGenJS Presentation</dc:subject>
  <dc:creator>Rod Trent</dc:creator>
  <cp:lastModifiedBy>Rod Trent</cp:lastModifiedBy>
  <cp:revision>1</cp:revision>
  <dcterms:created xsi:type="dcterms:W3CDTF">2026-07-03T18:29:11Z</dcterms:created>
  <dcterms:modified xsi:type="dcterms:W3CDTF">2026-07-03T18:29:11Z</dcterms:modified>
</cp:coreProperties>
</file>