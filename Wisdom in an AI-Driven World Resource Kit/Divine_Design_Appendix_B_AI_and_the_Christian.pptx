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B</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5200" b="1" dirty="0">
                <a:solidFill>
                  <a:srgbClr val="FBF9F3"/>
                </a:solidFill>
                <a:latin typeface="Bookman Old Style" pitchFamily="34" charset="0"/>
                <a:ea typeface="Bookman Old Style" pitchFamily="34" charset="-122"/>
                <a:cs typeface="Bookman Old Style" pitchFamily="34" charset="-120"/>
              </a:rPr>
              <a:t>AI and the Christian</a:t>
            </a:r>
            <a:endParaRPr lang="en-US" sz="52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Frequently Asked Questions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Introduction</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2000" dirty="0">
                <a:solidFill>
                  <a:srgbClr val="37352E"/>
                </a:solidFill>
                <a:latin typeface="Calibri" pitchFamily="34" charset="0"/>
                <a:ea typeface="Calibri" pitchFamily="34" charset="-122"/>
                <a:cs typeface="Calibri" pitchFamily="34" charset="-120"/>
              </a:rPr>
              <a:t>Few technologies in modern history have generated as much excitement, fear, speculation, and confusion as artificial intelligence. Some people believe AI will solve humanity's greatest challenges; others fear it will create unprecedented risks. Many Christians find themselves somewhere in the middle, curious, cautious, interested, and concerned all at once. This appendix addresses some of the most common questions believers ask about artificial intelligence and faith. The goal is not to predict the future. The goal is to think biblically. Technology changes. God's truth does not.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1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Is Artificial Intelligence Evil?</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No. Technology itself is not moral or immoral; it is a tool.</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2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Can AI Replace Human Beings?</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000" dirty="0">
                <a:solidFill>
                  <a:srgbClr val="37352E"/>
                </a:solidFill>
                <a:latin typeface="Calibri" pitchFamily="34" charset="0"/>
                <a:ea typeface="Calibri" pitchFamily="34" charset="-122"/>
                <a:cs typeface="Calibri" pitchFamily="34" charset="-120"/>
              </a:rPr>
              <a:t>No, not in the ways that matter most. AI may replace certain tasks, automate portions of jobs, or outperform humans in specific activities, but Scripture teaches that human value is not based on productivity.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3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Should Christians Be Afraid of AI?</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000" dirty="0">
                <a:solidFill>
                  <a:srgbClr val="37352E"/>
                </a:solidFill>
                <a:latin typeface="Calibri" pitchFamily="34" charset="0"/>
                <a:ea typeface="Calibri" pitchFamily="34" charset="-122"/>
                <a:cs typeface="Calibri" pitchFamily="34" charset="-120"/>
              </a:rPr>
              <a:t>Fear is rarely a productive response, and neither fear nor blind optimism reflects biblical wisdom. Christians should approach AI with discernment, learning about it, understanding it, evaluating it, and stewarding it wisely.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4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Can AI Write Sermons?</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Technically, yes. Spiritually, no.</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5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Is Using AI Cheating?</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It depends on how it is used. Using AI to improve productivity is not automatically unethical; using AI to deceive people is.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6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Can AI Become Conscious?</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000" dirty="0">
                <a:solidFill>
                  <a:srgbClr val="37352E"/>
                </a:solidFill>
                <a:latin typeface="Calibri" pitchFamily="34" charset="0"/>
                <a:ea typeface="Calibri" pitchFamily="34" charset="-122"/>
                <a:cs typeface="Calibri" pitchFamily="34" charset="-120"/>
              </a:rPr>
              <a:t>At present, there is no evidence that AI possesses consciousness. AI systems process information, recognize patterns, generate responses, and predict outcomes, but they do not demonstrate self-awareness in the way human beings do.</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7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Could AI Ever Have a Soul?</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Scripture teaches that human beings are uniquely created by God, and the Bible never suggests that human-made machines possess souls. Souls are not manufactured; they are created by God.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8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Is AI Part of God's Plan?</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Everything ultimately falls under God's sovereignty. This does not mean God approves every use of technology, it means nothing exists outside His knowledge or authority.</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9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How Should Parents Think About AI?</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Parents should approach AI the same way they approach every powerful tool, with engagement, wisdom, guidance, and boundaries. Children need more than technical skills; they need discernment.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10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Could AI Become an Idol?</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000" dirty="0">
                <a:solidFill>
                  <a:srgbClr val="37352E"/>
                </a:solidFill>
                <a:latin typeface="Calibri" pitchFamily="34" charset="0"/>
                <a:ea typeface="Calibri" pitchFamily="34" charset="-122"/>
                <a:cs typeface="Calibri" pitchFamily="34" charset="-120"/>
              </a:rPr>
              <a:t>Absolutely. Anything that competes with God for trust, identity, security, or hope can become an idol, and AI becomes idolatrous when people begin expecting from technology what only God can provide: meaning, purpose, identity, sa</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11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What Is the Greatest Risk of AI?</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Many answers could be given, bias, misinformation, privacy concerns, manipulation, economic disruption, security risks. All are significant.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12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What Is the Greatest Opportunity of AI?</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The greatest opportunity may be amplification. AI can amplify education, research, accessibility, translation, productivity, communication, and ministry.</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Question 13 of 13</a:t>
            </a:r>
            <a:endParaRPr lang="en-US" sz="1200" dirty="0"/>
          </a:p>
        </p:txBody>
      </p:sp>
      <p:sp>
        <p:nvSpPr>
          <p:cNvPr id="3" name="Shape 1"/>
          <p:cNvSpPr/>
          <p:nvPr/>
        </p:nvSpPr>
        <p:spPr>
          <a:xfrm>
            <a:off x="822960" y="731520"/>
            <a:ext cx="1097280" cy="109728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15568" y="1024128"/>
            <a:ext cx="512064" cy="512064"/>
          </a:xfrm>
          <a:prstGeom prst="rect">
            <a:avLst/>
          </a:prstGeom>
        </p:spPr>
      </p:pic>
      <p:sp>
        <p:nvSpPr>
          <p:cNvPr id="5" name="Text 2"/>
          <p:cNvSpPr/>
          <p:nvPr/>
        </p:nvSpPr>
        <p:spPr>
          <a:xfrm>
            <a:off x="2148840" y="731520"/>
            <a:ext cx="9144000" cy="1234440"/>
          </a:xfrm>
          <a:prstGeom prst="rect">
            <a:avLst/>
          </a:prstGeom>
          <a:noFill/>
          <a:ln/>
        </p:spPr>
        <p:txBody>
          <a:bodyPr wrap="square" rtlCol="0" anchor="ctr"/>
          <a:lstStyle/>
          <a:p>
            <a:pPr indent="0" marL="0">
              <a:lnSpc>
                <a:spcPct val="98000"/>
              </a:lnSpc>
              <a:buNone/>
            </a:pPr>
            <a:r>
              <a:rPr lang="en-US" sz="2800" b="1" dirty="0">
                <a:solidFill>
                  <a:srgbClr val="3E4A33"/>
                </a:solidFill>
                <a:latin typeface="Bookman Old Style" pitchFamily="34" charset="0"/>
                <a:ea typeface="Bookman Old Style" pitchFamily="34" charset="-122"/>
                <a:cs typeface="Bookman Old Style" pitchFamily="34" charset="-120"/>
              </a:rPr>
              <a:t>How Should Christians Prepare for an AI Future?</a:t>
            </a:r>
            <a:endParaRPr lang="en-US" sz="2800" dirty="0"/>
          </a:p>
        </p:txBody>
      </p:sp>
      <p:sp>
        <p:nvSpPr>
          <p:cNvPr id="6" name="Shape 3"/>
          <p:cNvSpPr/>
          <p:nvPr/>
        </p:nvSpPr>
        <p:spPr>
          <a:xfrm>
            <a:off x="1554480" y="2331720"/>
            <a:ext cx="9144000" cy="3291840"/>
          </a:xfrm>
          <a:prstGeom prst="roundRect">
            <a:avLst>
              <a:gd name="adj" fmla="val 3889"/>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920240" y="2606040"/>
            <a:ext cx="640080" cy="640080"/>
          </a:xfrm>
          <a:prstGeom prst="rect">
            <a:avLst/>
          </a:prstGeom>
          <a:noFill/>
          <a:ln/>
        </p:spPr>
        <p:txBody>
          <a:bodyPr wrap="square" rtlCol="0" anchor="ctr"/>
          <a:lstStyle/>
          <a:p>
            <a:pPr indent="0" marL="0">
              <a:buNone/>
            </a:pPr>
            <a:r>
              <a:rPr lang="en-US" sz="3000" b="1" dirty="0">
                <a:solidFill>
                  <a:srgbClr val="B85042"/>
                </a:solidFill>
                <a:latin typeface="Bookman Old Style" pitchFamily="34" charset="0"/>
                <a:ea typeface="Bookman Old Style" pitchFamily="34" charset="-122"/>
                <a:cs typeface="Bookman Old Style" pitchFamily="34" charset="-120"/>
              </a:rPr>
              <a:t>A</a:t>
            </a:r>
            <a:endParaRPr lang="en-US" sz="3000" dirty="0"/>
          </a:p>
        </p:txBody>
      </p:sp>
      <p:sp>
        <p:nvSpPr>
          <p:cNvPr id="8" name="Text 5"/>
          <p:cNvSpPr/>
          <p:nvPr/>
        </p:nvSpPr>
        <p:spPr>
          <a:xfrm>
            <a:off x="2697480" y="2606040"/>
            <a:ext cx="7680960" cy="2743200"/>
          </a:xfrm>
          <a:prstGeom prst="rect">
            <a:avLst/>
          </a:prstGeom>
          <a:noFill/>
          <a:ln/>
        </p:spPr>
        <p:txBody>
          <a:bodyPr wrap="square" rtlCol="0" anchor="t"/>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First, deepen your relationship with God, technology changes rapidly, but God does not. Second, develop wisdom, because information alone will not be enough.</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A Final Question</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2200" dirty="0">
                <a:solidFill>
                  <a:srgbClr val="37352E"/>
                </a:solidFill>
                <a:latin typeface="Calibri" pitchFamily="34" charset="0"/>
                <a:ea typeface="Calibri" pitchFamily="34" charset="-122"/>
                <a:cs typeface="Calibri" pitchFamily="34" charset="-120"/>
              </a:rPr>
              <a:t>As artificial intelligence continues to evolve, remember: intelligence is not wisdom, capability is not character, information is not truth, efficiency is not purpose, and innovation is not salvation. Most importantly: artificial intelligence may shape the future, but Jesus Christ remains Lord of it.</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B</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AI and the Christian</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B</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