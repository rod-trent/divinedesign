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6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5A6B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49240"/>
            <a:ext cx="12161520" cy="1508760"/>
          </a:xfrm>
          <a:prstGeom prst="rect">
            <a:avLst/>
          </a:prstGeom>
          <a:solidFill>
            <a:srgbClr val="3E4A33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685800"/>
            <a:ext cx="1965960" cy="1965960"/>
          </a:xfrm>
          <a:prstGeom prst="ellipse">
            <a:avLst/>
          </a:prstGeom>
          <a:solidFill>
            <a:srgbClr val="3E4A33"/>
          </a:solidFill>
          <a:ln w="19050">
            <a:solidFill>
              <a:srgbClr val="C9A1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133856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Resource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Appendix H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Recommended Resources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and Tools for Continued Growth in Faith and Technology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Resources Matter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868680" y="2011680"/>
            <a:ext cx="1042416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417320" y="2331720"/>
            <a:ext cx="9326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book answers every question. Technology evolves, new ethical challenges emerge, and digital habits shift. These resources help you keep growing in wisdom long after this study ends.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Essential Books on Faith and Technology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868680" y="1965960"/>
            <a:ext cx="10424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43000" y="2203704"/>
            <a:ext cx="457200" cy="457200"/>
          </a:xfrm>
          <a:prstGeom prst="ellipse">
            <a:avLst/>
          </a:prstGeom>
          <a:solidFill>
            <a:srgbClr val="5A6B4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31343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075688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Tech-Wise Family</a:t>
            </a:r>
            <a:pPr indent="0" marL="0">
              <a:buNone/>
            </a:pPr>
            <a:r>
              <a:rPr lang="en-US" sz="14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Andy Crouch · 2017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28800" y="2441448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practical books available for families seeking healthy technology habits. Key Themes: Family culture, Te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68680" y="3044952"/>
            <a:ext cx="10424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143000" y="3282696"/>
            <a:ext cx="457200" cy="457200"/>
          </a:xfrm>
          <a:prstGeom prst="ellipse">
            <a:avLst/>
          </a:prstGeom>
          <a:solidFill>
            <a:srgbClr val="5A6B4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39242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31546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We're Looking For</a:t>
            </a:r>
            <a:pPr indent="0" marL="0">
              <a:buNone/>
            </a:pPr>
            <a:r>
              <a:rPr lang="en-US" sz="14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Andy Crouch · 2022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828800" y="35204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human identity and flourishing in an age of devices and digital dependence. Key Themes: Embodiment, Community,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68680" y="4123944"/>
            <a:ext cx="10424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143000" y="4361688"/>
            <a:ext cx="457200" cy="457200"/>
          </a:xfrm>
          <a:prstGeom prst="ellipse">
            <a:avLst/>
          </a:prstGeom>
          <a:solidFill>
            <a:srgbClr val="5A6B4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44714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423367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Liturgies</a:t>
            </a:r>
            <a:pPr indent="0" marL="0">
              <a:buNone/>
            </a:pPr>
            <a:r>
              <a:rPr lang="en-US" sz="14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Samuel James · 2023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828800" y="45994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how the internet shapes beliefs, habits, and spiritual formation. Key Themes: Information culture, Online ident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68680" y="5202936"/>
            <a:ext cx="10424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143000" y="5440680"/>
            <a:ext cx="457200" cy="457200"/>
          </a:xfrm>
          <a:prstGeom prst="ellipse">
            <a:avLst/>
          </a:prstGeom>
          <a:solidFill>
            <a:srgbClr val="5A6B4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555040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28800" y="5312664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God, Technology, and the Christian Life</a:t>
            </a:r>
            <a:pPr indent="0" marL="0">
              <a:buNone/>
            </a:pPr>
            <a:r>
              <a:rPr lang="en-US" sz="14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Tony Reinke · 2022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828800" y="5678424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thoughtful examination of how technology intersects with biblical faith. Key Themes: Technology theology, Wisdom, Stew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Books on Christian Wisdom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868680" y="1965960"/>
            <a:ext cx="10424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43000" y="2203704"/>
            <a:ext cx="457200" cy="457200"/>
          </a:xfrm>
          <a:prstGeom prst="ellipse">
            <a:avLst/>
          </a:prstGeom>
          <a:solidFill>
            <a:srgbClr val="5A6B4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31343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075688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God</a:t>
            </a:r>
            <a:pPr indent="0" marL="0">
              <a:buNone/>
            </a:pPr>
            <a:r>
              <a:rPr lang="en-US" sz="14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J. I. Packer · 1973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28800" y="2441448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foundational exploration of God's character. The Pursuit of God (1948) by A. W. Tozer: A timeless call to deeper devot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Books for Christian Professionals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868680" y="1965960"/>
            <a:ext cx="10424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43000" y="2203704"/>
            <a:ext cx="457200" cy="457200"/>
          </a:xfrm>
          <a:prstGeom prst="ellipse">
            <a:avLst/>
          </a:prstGeom>
          <a:solidFill>
            <a:srgbClr val="5A6B4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31343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075688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Good Endeavor</a:t>
            </a:r>
            <a:pPr indent="0" marL="0">
              <a:buNone/>
            </a:pPr>
            <a:r>
              <a:rPr lang="en-US" sz="14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Timothy Keller · 2012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28800" y="2441448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work, calling, and vocation. Garden City (2015) by John Mark Comer: A biblical vision for work and creativity.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Beyond Books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Podcasts, ministries, and rhythms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4983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212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Podcasts to Follow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263347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Briefing (Albert Mohler) for daily Christian analysis of culture and technology, and other thoughtful shows examining faith and the digital world.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4983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2212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Ministries &amp; Organizations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29400" y="263347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Gospel Coalition and Desiring God offer articles and resources on culture, technology, discipleship, and theology.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886200"/>
            <a:ext cx="4983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188720" y="40873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Personal Rule of Life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88720" y="45079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intentional rhythms — daily prayer and Scripture, weekly Sabbath and device boundaries, and regular review of your digital habits.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3886200"/>
            <a:ext cx="4983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29400" y="40873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Sharing This Message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629400" y="45079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book as a church study, ministry curriculum, professional discipleship group, or leadership development resource.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4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3E4A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28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H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Recommended Resources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50749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will keep changing.  The wisdom to navigate it faithfully will not.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Divine Design — Appendix H</dc:title>
  <dc:subject>PptxGenJS Presentation</dc:subject>
  <dc:creator>Rod Trent</dc:creator>
  <cp:lastModifiedBy>Rod Trent</cp:lastModifiedBy>
  <cp:revision>1</cp:revision>
  <dcterms:created xsi:type="dcterms:W3CDTF">2026-07-03T18:29:11Z</dcterms:created>
  <dcterms:modified xsi:type="dcterms:W3CDTF">2026-07-03T18:29:11Z</dcterms:modified>
</cp:coreProperties>
</file>